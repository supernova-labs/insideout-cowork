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embedTrueTypeFonts="1" strictFirstAndLastChars="0" saveSubsetFonts="1">
  <p:sldMasterIdLst>
    <p:sldMasterId id="2147483670" r:id="rId5"/>
    <p:sldMasterId id="2147483671" r:id="rId6"/>
  </p:sldMasterIdLst>
  <p:sldIdLst>
    <p:sldId id="256" r:id="rId8"/>
    <p:sldId id="257" r:id="rId9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1001" r:id="rId101"/>
    <p:sldId id="1002" r:id="rId102"/>
    <p:sldId id="1003" r:id="rId103"/>
    <p:sldId id="270" r:id="rId22"/>
  </p:sldIdLst>
  <p:sldSz cy="118872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Comforta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907">
          <ns3:clr>
            <a:srgbClr val="747775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2B1B6D-9917-404C-B6C6-836D5008803C}">
  <a:tblStyle styleId="{8A2B1B6D-9917-404C-B6C6-836D5008803C}" styleName="Table_0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rgbClr val="FFFFFF"/>
      </a:tcTxStyle>
      <a:tcStyle>
        <a:fill>
          <a:solidFill>
            <a:srgbClr val="156082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fill>
          <a:solidFill>
            <a:srgbClr val="156082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5608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56082"/>
          </a:solidFill>
        </a:fill>
      </a:tcStyle>
    </a:firstRow>
    <a:neCell>
      <a:tcTxStyle b="off" i="off"/>
    </a:neCell>
    <a:nwCell>
      <a:tcTxStyle b="off" i="off"/>
    </a:nwCell>
  </a:tblStyle>
  <a:tblStyle styleId="{28179F93-7BDD-401A-81C4-9D332299CD1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07" orient="horz"/>
      </p:guideLst>
    </p:cSldViewPr>
  </p:slideViewPr>
</p:viewPr>
</file>

<file path=ppt/_rels/presentation.xml.rels><?xml version='1.0' encoding='utf-8'?>
<ns0:Relationships xmlns:ns0="http://schemas.openxmlformats.org/package/2006/relationships"><ns0:Relationship Id="rId20" Type="http://schemas.openxmlformats.org/officeDocument/2006/relationships/slide" Target="slides/slide13.xml" /><ns0:Relationship Id="rId22" Type="http://schemas.openxmlformats.org/officeDocument/2006/relationships/slide" Target="slides/slide15.xml" /><ns0:Relationship Id="rId21" Type="http://schemas.openxmlformats.org/officeDocument/2006/relationships/slide" Target="slides/slide14.xml" /><ns0:Relationship Id="rId24" Type="http://schemas.openxmlformats.org/officeDocument/2006/relationships/font" Target="fonts/Montserrat-bold.fntdata" /><ns0:Relationship Id="rId23" Type="http://schemas.openxmlformats.org/officeDocument/2006/relationships/font" Target="fonts/Montserrat-regular.fntdata" /><ns0:Relationship Id="rId1" Type="http://schemas.openxmlformats.org/officeDocument/2006/relationships/theme" Target="theme/theme2.xml" /><ns0:Relationship Id="rId2" Type="http://schemas.openxmlformats.org/officeDocument/2006/relationships/viewProps" Target="viewProps.xml" /><ns0:Relationship Id="rId3" Type="http://schemas.openxmlformats.org/officeDocument/2006/relationships/presProps" Target="presProps.xml" /><ns0:Relationship Id="rId4" Type="http://schemas.openxmlformats.org/officeDocument/2006/relationships/tableStyles" Target="tableStyles.xml" /><ns0:Relationship Id="rId9" Type="http://schemas.openxmlformats.org/officeDocument/2006/relationships/slide" Target="slides/slide2.xml" /><ns0:Relationship Id="rId26" Type="http://schemas.openxmlformats.org/officeDocument/2006/relationships/font" Target="fonts/Montserrat-boldItalic.fntdata" /><ns0:Relationship Id="rId25" Type="http://schemas.openxmlformats.org/officeDocument/2006/relationships/font" Target="fonts/Montserrat-italic.fntdata" /><ns0:Relationship Id="rId28" Type="http://schemas.openxmlformats.org/officeDocument/2006/relationships/font" Target="fonts/Inter-bold.fntdata" /><ns0:Relationship Id="rId27" Type="http://schemas.openxmlformats.org/officeDocument/2006/relationships/font" Target="fonts/Inter-regular.fntdata" /><ns0:Relationship Id="rId5" Type="http://schemas.openxmlformats.org/officeDocument/2006/relationships/slideMaster" Target="slideMasters/slideMaster1.xml" /><ns0:Relationship Id="rId6" Type="http://schemas.openxmlformats.org/officeDocument/2006/relationships/slideMaster" Target="slideMasters/slideMaster2.xml" /><ns0:Relationship Id="rId29" Type="http://schemas.openxmlformats.org/officeDocument/2006/relationships/font" Target="fonts/Inter-italic.fntdata" /><ns0:Relationship Id="rId8" Type="http://schemas.openxmlformats.org/officeDocument/2006/relationships/slide" Target="slides/slide1.xml" /><ns0:Relationship Id="rId31" Type="http://schemas.openxmlformats.org/officeDocument/2006/relationships/font" Target="fonts/Comfortaa-regular.fntdata" /><ns0:Relationship Id="rId30" Type="http://schemas.openxmlformats.org/officeDocument/2006/relationships/font" Target="fonts/Inter-boldItalic.fntdata" /><ns0:Relationship Id="rId32" Type="http://schemas.openxmlformats.org/officeDocument/2006/relationships/font" Target="fonts/Comfortaa-bold.fntdata" /><ns0:Relationship Id="rId15" Type="http://schemas.openxmlformats.org/officeDocument/2006/relationships/slide" Target="slides/slide8.xml" /><ns0:Relationship Id="rId17" Type="http://schemas.openxmlformats.org/officeDocument/2006/relationships/slide" Target="slides/slide10.xml" /><ns0:Relationship Id="rId16" Type="http://schemas.openxmlformats.org/officeDocument/2006/relationships/slide" Target="slides/slide9.xml" /><ns0:Relationship Id="rId19" Type="http://schemas.openxmlformats.org/officeDocument/2006/relationships/slide" Target="slides/slide12.xml" /><ns0:Relationship Id="rId18" Type="http://schemas.openxmlformats.org/officeDocument/2006/relationships/slide" Target="slides/slide11.xml" /><ns0:Relationship Id="rId101" Type="http://schemas.openxmlformats.org/officeDocument/2006/relationships/slide" Target="slides/slide16.xml" /><ns0:Relationship Id="rId102" Type="http://schemas.openxmlformats.org/officeDocument/2006/relationships/slide" Target="slides/slide17.xml" /><ns0:Relationship Id="rId103" Type="http://schemas.openxmlformats.org/officeDocument/2006/relationships/slide" Target="slides/slide18.xml" /></ns0: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720796"/>
            <a:ext cx="8520600" cy="474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6549978"/>
            <a:ext cx="8520600" cy="18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970853"/>
            <a:ext cx="8520600" cy="19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028502"/>
            <a:ext cx="85206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2663498"/>
            <a:ext cx="8520600" cy="78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028502"/>
            <a:ext cx="85206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2663498"/>
            <a:ext cx="3999900" cy="78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2663498"/>
            <a:ext cx="3999900" cy="78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028502"/>
            <a:ext cx="8520600" cy="13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1284053"/>
            <a:ext cx="2808000" cy="17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3211520"/>
            <a:ext cx="2808000" cy="7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1040347"/>
            <a:ext cx="6367800" cy="94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289"/>
            <a:ext cx="4572000" cy="1188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2850004"/>
            <a:ext cx="4045200" cy="3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6478218"/>
            <a:ext cx="4045200" cy="28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1673418"/>
            <a:ext cx="3837000" cy="85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9777329"/>
            <a:ext cx="5998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2556378"/>
            <a:ext cx="8520600" cy="453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7285142"/>
            <a:ext cx="8520600" cy="30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3692737"/>
            <a:ext cx="5829300" cy="25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6736080"/>
            <a:ext cx="48006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476039"/>
            <a:ext cx="61722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2773680"/>
            <a:ext cx="6172200" cy="7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7638627"/>
            <a:ext cx="5829300" cy="23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5038303"/>
            <a:ext cx="58293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476039"/>
            <a:ext cx="61722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2773680"/>
            <a:ext cx="3029100" cy="7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2773680"/>
            <a:ext cx="3029100" cy="7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476039"/>
            <a:ext cx="61722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2660863"/>
            <a:ext cx="30300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3769783"/>
            <a:ext cx="3030000" cy="6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2660863"/>
            <a:ext cx="30312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3769783"/>
            <a:ext cx="3031200" cy="6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476039"/>
            <a:ext cx="61722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473287"/>
            <a:ext cx="22563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8" y="473287"/>
            <a:ext cx="3833700" cy="10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2487507"/>
            <a:ext cx="2256300" cy="81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8321040"/>
            <a:ext cx="41148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1062143"/>
            <a:ext cx="4114800" cy="7132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9303386"/>
            <a:ext cx="41148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476039"/>
            <a:ext cx="61722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-493500" y="3610081"/>
            <a:ext cx="78450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672300" y="4775940"/>
            <a:ext cx="10142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-2470950" y="3290038"/>
            <a:ext cx="10142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028502"/>
            <a:ext cx="8520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663498"/>
            <a:ext cx="8520600" cy="7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10777212"/>
            <a:ext cx="5487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476039"/>
            <a:ext cx="61722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2773680"/>
            <a:ext cx="6172200" cy="78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11017673"/>
            <a:ext cx="21717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11017673"/>
            <a:ext cx="1600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50.jpg" /><ns0:Relationship Id="rId4" Type="http://schemas.openxmlformats.org/officeDocument/2006/relationships/image" Target="../media/image42.png" /><ns0:Relationship Id="rId5" Type="http://schemas.openxmlformats.org/officeDocument/2006/relationships/image" Target="../media/image6.png" /><ns0:Relationship Id="rId6" Type="http://schemas.openxmlformats.org/officeDocument/2006/relationships/image" Target="../media/image10.png" /><ns0:Relationship Id="rId7" Type="http://schemas.openxmlformats.org/officeDocument/2006/relationships/image" Target="../media/image5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26.png" /><ns0:Relationship Id="rId10" Type="http://schemas.openxmlformats.org/officeDocument/2006/relationships/image" Target="../media/image13.png" /><ns0:Relationship Id="rId9" Type="http://schemas.openxmlformats.org/officeDocument/2006/relationships/image" Target="../media/image14.png" /><ns0:Relationship Id="rId5" Type="http://schemas.openxmlformats.org/officeDocument/2006/relationships/image" Target="../media/image4.png" /><ns0:Relationship Id="rId6" Type="http://schemas.openxmlformats.org/officeDocument/2006/relationships/image" Target="../media/image2.png" /><ns0:Relationship Id="rId7" Type="http://schemas.openxmlformats.org/officeDocument/2006/relationships/image" Target="../media/image1.png" /><ns0:Relationship Id="rId8" Type="http://schemas.openxmlformats.org/officeDocument/2006/relationships/image" Target="../media/image3.png" /></ns0:Relationships>
</file>

<file path=ppt/slides/_rels/slide8.xml.rels><?xml version='1.0' encoding='utf-8'?>
<ns0:Relationships xmlns:ns0="http://schemas.openxmlformats.org/package/2006/relationships"><ns0:Relationship Id="rId10" Type="http://schemas.openxmlformats.org/officeDocument/2006/relationships/image" Target="../media/image3.png" /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1.png" /><ns0:Relationship Id="rId5" Type="http://schemas.openxmlformats.org/officeDocument/2006/relationships/image" Target="../media/image14.png" /><ns0:Relationship Id="rId6" Type="http://schemas.openxmlformats.org/officeDocument/2006/relationships/image" Target="../media/image26.png" /><ns0:Relationship Id="rId7" Type="http://schemas.openxmlformats.org/officeDocument/2006/relationships/image" Target="../media/image4.png" /><ns0:Relationship Id="rId8" Type="http://schemas.openxmlformats.org/officeDocument/2006/relationships/image" Target="../media/image2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49.png" /><ns0:Relationship Id="rId4" Type="http://schemas.openxmlformats.org/officeDocument/2006/relationships/image" Target="../media/image26.png" /><ns0:Relationship Id="rId5" Type="http://schemas.openxmlformats.org/officeDocument/2006/relationships/image" Target="../media/image4.png" /><ns0:Relationship Id="rId6" Type="http://schemas.openxmlformats.org/officeDocument/2006/relationships/image" Target="../media/image2.png" /><ns0:Relationship Id="rId7" Type="http://schemas.openxmlformats.org/officeDocument/2006/relationships/image" Target="../media/image1.png" /><ns0:Relationship Id="rId8" Type="http://schemas.openxmlformats.org/officeDocument/2006/relationships/image" Target="../media/image3.pn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6.png" /><ns0:Relationship Id="rId9" Type="http://schemas.openxmlformats.org/officeDocument/2006/relationships/image" Target="../media/image3.png" /><ns0:Relationship Id="rId5" Type="http://schemas.openxmlformats.org/officeDocument/2006/relationships/image" Target="../media/image26.png" /><ns0:Relationship Id="rId6" Type="http://schemas.openxmlformats.org/officeDocument/2006/relationships/image" Target="../media/image4.png" /><ns0:Relationship Id="rId7" Type="http://schemas.openxmlformats.org/officeDocument/2006/relationships/image" Target="../media/image2.png" /><ns0:Relationship Id="rId8" Type="http://schemas.openxmlformats.org/officeDocument/2006/relationships/image" Target="../media/image1.pn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3.png" /><ns0:Relationship Id="rId5" Type="http://schemas.openxmlformats.org/officeDocument/2006/relationships/image" Target="../media/image26.png" /><ns0:Relationship Id="rId6" Type="http://schemas.openxmlformats.org/officeDocument/2006/relationships/image" Target="../media/image4.png" /><ns0:Relationship Id="rId7" Type="http://schemas.openxmlformats.org/officeDocument/2006/relationships/image" Target="../media/image2.png" /><ns0:Relationship Id="rId8" Type="http://schemas.openxmlformats.org/officeDocument/2006/relationships/image" Target="../media/image1.png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26.png" /><ns0:Relationship Id="rId9" Type="http://schemas.openxmlformats.org/officeDocument/2006/relationships/image" Target="../media/image3.png" /><ns0:Relationship Id="rId5" Type="http://schemas.openxmlformats.org/officeDocument/2006/relationships/image" Target="../media/image49.png" /><ns0:Relationship Id="rId6" Type="http://schemas.openxmlformats.org/officeDocument/2006/relationships/image" Target="../media/image4.png" /><ns0:Relationship Id="rId7" Type="http://schemas.openxmlformats.org/officeDocument/2006/relationships/image" Target="../media/image2.png" /><ns0:Relationship Id="rId8" Type="http://schemas.openxmlformats.org/officeDocument/2006/relationships/image" Target="../media/image1.png" /></ns0:Relationships>
</file>

<file path=ppt/slides/_rels/slide13.xml.rels><?xml version='1.0' encoding='utf-8'?>
<ns0:Relationships xmlns:ns0="http://schemas.openxmlformats.org/package/2006/relationships"><ns0:Relationship Id="rId10" Type="http://schemas.openxmlformats.org/officeDocument/2006/relationships/image" Target="../media/image3.png" /><ns0:Relationship Id="rId1" Type="http://schemas.openxmlformats.org/officeDocument/2006/relationships/slideLayout" Target="../slideLayouts/slideLayout12.xml" /><ns0:Relationship Id="rId4" Type="http://schemas.openxmlformats.org/officeDocument/2006/relationships/image" Target="../media/image17.png" /><ns0:Relationship Id="rId9" Type="http://schemas.openxmlformats.org/officeDocument/2006/relationships/image" Target="../media/image1.png" /><ns0:Relationship Id="rId5" Type="http://schemas.openxmlformats.org/officeDocument/2006/relationships/image" Target="../media/image49.png" /><ns0:Relationship Id="rId6" Type="http://schemas.openxmlformats.org/officeDocument/2006/relationships/image" Target="../media/image26.png" /><ns0:Relationship Id="rId7" Type="http://schemas.openxmlformats.org/officeDocument/2006/relationships/image" Target="../media/image4.png" /><ns0:Relationship Id="rId8" Type="http://schemas.openxmlformats.org/officeDocument/2006/relationships/image" Target="../media/image2.png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3.png" /><ns0:Relationship Id="rId5" Type="http://schemas.openxmlformats.org/officeDocument/2006/relationships/image" Target="../media/image26.png" /><ns0:Relationship Id="rId6" Type="http://schemas.openxmlformats.org/officeDocument/2006/relationships/image" Target="../media/image4.png" /><ns0:Relationship Id="rId7" Type="http://schemas.openxmlformats.org/officeDocument/2006/relationships/image" Target="../media/image2.png" /><ns0:Relationship Id="rId8" Type="http://schemas.openxmlformats.org/officeDocument/2006/relationships/image" Target="../media/image1.png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42.png" /><ns0:Relationship Id="rId4" Type="http://schemas.openxmlformats.org/officeDocument/2006/relationships/image" Target="../media/image6.png" /><ns0:Relationship Id="rId5" Type="http://schemas.openxmlformats.org/officeDocument/2006/relationships/image" Target="../media/image10.png" /><ns0:Relationship Id="rId6" Type="http://schemas.openxmlformats.org/officeDocument/2006/relationships/image" Target="../media/image5.png" /></ns0:Relationships>
</file>

<file path=ppt/slides/_rels/slide16.xml.rels><?xml version='1.0' encoding='utf-8'?>
<ns0:Relationships xmlns:ns0="http://schemas.openxmlformats.org/package/2006/relationships"><ns0:Relationship Id="rId10" Type="http://schemas.openxmlformats.org/officeDocument/2006/relationships/image" Target="../media/image3.png" /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1.png" /><ns0:Relationship Id="rId5" Type="http://schemas.openxmlformats.org/officeDocument/2006/relationships/image" Target="../media/image14.png" /><ns0:Relationship Id="rId6" Type="http://schemas.openxmlformats.org/officeDocument/2006/relationships/image" Target="../media/image26.png" /><ns0:Relationship Id="rId7" Type="http://schemas.openxmlformats.org/officeDocument/2006/relationships/image" Target="../media/image4.png" /><ns0:Relationship Id="rId8" Type="http://schemas.openxmlformats.org/officeDocument/2006/relationships/image" Target="../media/image2.png" /></ns0:Relationships>
</file>

<file path=ppt/slides/_rels/slide17.xml.rels><?xml version='1.0' encoding='utf-8'?>
<ns0:Relationships xmlns:ns0="http://schemas.openxmlformats.org/package/2006/relationships"><ns0:Relationship Id="rId10" Type="http://schemas.openxmlformats.org/officeDocument/2006/relationships/image" Target="../media/image3.png" /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1.png" /><ns0:Relationship Id="rId5" Type="http://schemas.openxmlformats.org/officeDocument/2006/relationships/image" Target="../media/image14.png" /><ns0:Relationship Id="rId6" Type="http://schemas.openxmlformats.org/officeDocument/2006/relationships/image" Target="../media/image26.png" /><ns0:Relationship Id="rId7" Type="http://schemas.openxmlformats.org/officeDocument/2006/relationships/image" Target="../media/image4.png" /><ns0:Relationship Id="rId8" Type="http://schemas.openxmlformats.org/officeDocument/2006/relationships/image" Target="../media/image2.png" /></ns0:Relationships>
</file>

<file path=ppt/slides/_rels/slide18.xml.rels><?xml version='1.0' encoding='utf-8'?>
<ns0:Relationships xmlns:ns0="http://schemas.openxmlformats.org/package/2006/relationships"><ns0:Relationship Id="rId10" Type="http://schemas.openxmlformats.org/officeDocument/2006/relationships/image" Target="../media/image3.png" /><ns0:Relationship Id="rId1" Type="http://schemas.openxmlformats.org/officeDocument/2006/relationships/slideLayout" Target="../slideLayouts/slideLayout12.xml" /><ns0:Relationship Id="rId3" Type="http://schemas.openxmlformats.org/officeDocument/2006/relationships/image" Target="../media/image17.png" /><ns0:Relationship Id="rId4" Type="http://schemas.openxmlformats.org/officeDocument/2006/relationships/image" Target="../media/image49.png" /><ns0:Relationship Id="rId9" Type="http://schemas.openxmlformats.org/officeDocument/2006/relationships/image" Target="../media/image1.png" /><ns0:Relationship Id="rId5" Type="http://schemas.openxmlformats.org/officeDocument/2006/relationships/image" Target="../media/image14.png" /><ns0:Relationship Id="rId6" Type="http://schemas.openxmlformats.org/officeDocument/2006/relationships/image" Target="../media/image26.png" /><ns0:Relationship Id="rId7" Type="http://schemas.openxmlformats.org/officeDocument/2006/relationships/image" Target="../media/image4.png" /><ns0:Relationship Id="rId8" Type="http://schemas.openxmlformats.org/officeDocument/2006/relationships/image" Target="../media/image2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17137" r="14915" t="0"/>
          <a:stretch/>
        </p:blipFill>
        <p:spPr>
          <a:xfrm>
            <a:off x="0" y="56050"/>
            <a:ext cx="9144003" cy="764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857250" y="1473725"/>
            <a:ext cx="232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2300" u="none" cap="none" strike="noStrike">
              <a:solidFill>
                <a:schemeClr val="lt1"/>
              </a:solidFill>
              <a:highlight>
                <a:srgbClr val="00AAD2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7471200" y="7870051"/>
            <a:ext cx="14205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002C5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002C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25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33" name="Google Shape;133;p25"/>
          <p:cNvSpPr txBox="1"/>
          <p:nvPr/>
        </p:nvSpPr>
        <p:spPr>
          <a:xfrm>
            <a:off x="3088001" y="9453250"/>
            <a:ext cx="5839200" cy="129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880000" dist="47625">
              <a:srgbClr val="000000">
                <a:alpha val="851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Hyundai Motor Brasil
Relatório Mar Aberto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b="1" lang="pt-BR" sz="4000">
                <a:solidFill>
                  <a:srgbClr val="FFFFFF"/>
                </a:solidFill>
              </a:rPr>
              <a:t/>
            </a:r>
            <a:endParaRPr b="1" sz="4000">
              <a:solidFill>
                <a:srgbClr val="FFFFFF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87484"/>
          <a:stretch/>
        </p:blipFill>
        <p:spPr>
          <a:xfrm>
            <a:off x="482185" y="10863941"/>
            <a:ext cx="725791" cy="1151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25"/>
          <p:cNvGrpSpPr/>
          <p:nvPr/>
        </p:nvGrpSpPr>
        <p:grpSpPr>
          <a:xfrm>
            <a:off x="7729119" y="10888203"/>
            <a:ext cx="904652" cy="124444"/>
            <a:chOff x="9918346" y="6195941"/>
            <a:chExt cx="1800303" cy="247650"/>
          </a:xfrm>
        </p:grpSpPr>
        <p:grpSp>
          <p:nvGrpSpPr>
            <p:cNvPr id="136" name="Google Shape;136;p25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137" name="Google Shape;137;p25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8" name="Google Shape;138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" name="Google Shape;139;p2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" name="Google Shape;140;p2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25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25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25"/>
          <p:cNvSpPr txBox="1"/>
          <p:nvPr/>
        </p:nvSpPr>
        <p:spPr>
          <a:xfrm>
            <a:off x="4840598" y="7803375"/>
            <a:ext cx="4010400" cy="184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880000" dist="47625">
              <a:srgbClr val="000000">
                <a:alpha val="851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pt-BR" sz="11400">
                <a:solidFill>
                  <a:srgbClr val="FFFFFF"/>
                </a:solidFill>
              </a:rPr>
              <a:t>i20</a:t>
            </a:r>
            <a:r>
              <a:rPr b="1" i="0" lang="pt-BR" sz="1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7616248" y="10407275"/>
            <a:ext cx="1282800" cy="46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880000" dist="47625">
              <a:srgbClr val="000000">
                <a:alpha val="851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FFFFFF"/>
                </a:solidFill>
              </a:rPr>
              <a:t>MM/AA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/>
          <p:nvPr/>
        </p:nvSpPr>
        <p:spPr>
          <a:xfrm>
            <a:off x="571500" y="116205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700" u="none" cap="none" strike="noStrike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Números do Mar Aberto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428625" y="990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28625" y="4034511"/>
            <a:ext cx="855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pic>
        <p:nvPicPr>
          <p:cNvPr id="153" name="Google Shape;1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4403725"/>
            <a:ext cx="8286750" cy="647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571500" y="4888461"/>
            <a:ext cx="8001000" cy="53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</a:rPr>
              <a:t>Escopo e cobertura
[descreva o período, as fontes e a cobertura observada]
Principais sinais
[resuma os resultados sustentados por menções, comentários e respostas]
Leitura editorial
[apresente interpretações e evidências aprovadas]
Limitações e próximos passos
[registre lacunas, qualificadores e recomendações]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dk1"/>
                </a:solidFill>
              </a:rPr>
              <a:t/>
            </a:r>
            <a:endParaRPr b="1" sz="1000">
              <a:solidFill>
                <a:schemeClr val="dk1"/>
              </a:solidFill>
            </a:endParaRPr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pt-BR" sz="1000">
                <a:solidFill>
                  <a:schemeClr val="dk1"/>
                </a:solidFill>
              </a:rPr>
              <a:t/>
            </a:r>
            <a:endParaRPr sz="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r>
              <a:rPr b="1" lang="pt-BR" sz="1000">
                <a:solidFill>
                  <a:schemeClr val="dk1"/>
                </a:solidFill>
              </a:rPr>
              <a:t/>
            </a:r>
            <a:r>
              <a:rPr lang="pt-BR" sz="1000">
                <a:solidFill>
                  <a:schemeClr val="dk1"/>
                </a:solidFill>
              </a:rP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r>
              <a:rPr b="1" lang="pt-BR" sz="1100">
                <a:solidFill>
                  <a:schemeClr val="dk1"/>
                </a:solidFill>
              </a:rPr>
              <a:t/>
            </a:r>
            <a:r>
              <a:rPr lang="pt-BR" sz="1100">
                <a:solidFill>
                  <a:schemeClr val="dk1"/>
                </a:solidFill>
              </a:rP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 rotWithShape="1">
          <a:blip r:embed="rId5">
            <a:alphaModFix/>
          </a:blip>
          <a:srcRect b="0" l="0" r="0" t="87484"/>
          <a:stretch/>
        </p:blipFill>
        <p:spPr>
          <a:xfrm>
            <a:off x="558385" y="110353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26"/>
          <p:cNvCxnSpPr/>
          <p:nvPr/>
        </p:nvCxnSpPr>
        <p:spPr>
          <a:xfrm rot="10800000">
            <a:off x="1465700" y="110918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157" name="Google Shape;157;p26"/>
          <p:cNvGrpSpPr/>
          <p:nvPr/>
        </p:nvGrpSpPr>
        <p:grpSpPr>
          <a:xfrm>
            <a:off x="7662196" y="11040609"/>
            <a:ext cx="904652" cy="124444"/>
            <a:chOff x="9918346" y="6195941"/>
            <a:chExt cx="1800303" cy="247650"/>
          </a:xfrm>
        </p:grpSpPr>
        <p:grpSp>
          <p:nvGrpSpPr>
            <p:cNvPr id="158" name="Google Shape;158;p26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159" name="Google Shape;159;p26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0" name="Google Shape;160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1" name="Google Shape;161;p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" name="Google Shape;162;p2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3" name="Google Shape;163;p26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" name="Google Shape;164;p26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5" name="Google Shape;16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8625" y="4088261"/>
            <a:ext cx="2619400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485613" y="4188329"/>
            <a:ext cx="23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Panorama Geral: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525" y="2260158"/>
            <a:ext cx="1597491" cy="114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5512" y="2260157"/>
            <a:ext cx="1597491" cy="114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40499" y="2260157"/>
            <a:ext cx="1597491" cy="114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399224" y="2580272"/>
            <a:ext cx="1597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2160">
                <a:solidFill>
                  <a:srgbClr val="00AAD2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568024" y="3196942"/>
            <a:ext cx="12423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pt-BR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MENÇÕES</a:t>
            </a:r>
            <a:endParaRPr b="0" i="0" sz="6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2342980" y="3196949"/>
            <a:ext cx="12423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pt-BR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COMENTÁRIOS</a:t>
            </a:r>
            <a:endParaRPr b="0" i="0" sz="6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081401" y="3196935"/>
            <a:ext cx="12423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lang="pt-BR" sz="7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RESPOSTAS</a:t>
            </a:r>
            <a:endParaRPr b="0" i="0" sz="6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42356" y="2260157"/>
            <a:ext cx="1597491" cy="114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 txBox="1"/>
          <p:nvPr/>
        </p:nvSpPr>
        <p:spPr>
          <a:xfrm>
            <a:off x="5819820" y="3146479"/>
            <a:ext cx="1242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pt-BR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% POSITIVO</a:t>
            </a:r>
            <a:endParaRPr b="1" i="0" sz="72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lang="pt-BR" sz="7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72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2205047" y="2580272"/>
            <a:ext cx="15480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2320">
                <a:solidFill>
                  <a:srgbClr val="00AAD2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4022098" y="2575053"/>
            <a:ext cx="14343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2320">
                <a:solidFill>
                  <a:srgbClr val="00AAD2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5715476" y="2575053"/>
            <a:ext cx="14343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2320">
                <a:solidFill>
                  <a:srgbClr val="00AAD2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472104" y="2934431"/>
            <a:ext cx="1434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b="0" i="0" sz="100" u="none" cap="none" strike="noStrike">
              <a:solidFill>
                <a:srgbClr val="0BB5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2247101" y="2934431"/>
            <a:ext cx="1434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pt-BR" sz="88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i="0" sz="100" u="none" cap="none" strike="noStrike">
              <a:solidFill>
                <a:srgbClr val="0BB5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022108" y="2934431"/>
            <a:ext cx="1434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i="0" sz="100" u="none" cap="none" strike="noStrike">
              <a:solidFill>
                <a:srgbClr val="0BB5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5759241" y="2957598"/>
            <a:ext cx="1434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b="1" sz="960">
              <a:solidFill>
                <a:srgbClr val="0BB5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44234" y="2248000"/>
            <a:ext cx="1597491" cy="114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7521698" y="3134322"/>
            <a:ext cx="1242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pt-BR" sz="72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% NEGATIVO</a:t>
            </a:r>
            <a:endParaRPr b="1" i="0" sz="72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lang="pt-BR" sz="7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72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7417354" y="2562896"/>
            <a:ext cx="14343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2320">
                <a:solidFill>
                  <a:srgbClr val="00AAD2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7357976" y="2916825"/>
            <a:ext cx="1572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0"/>
              <a:buFont typeface="Arial"/>
              <a:buNone/>
            </a:pPr>
            <a:r>
              <a:rPr b="1" lang="pt-BR" sz="960">
                <a:solidFill>
                  <a:srgbClr val="0BB55A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b="1" sz="960">
              <a:solidFill>
                <a:srgbClr val="0BB5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00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850" y="1256600"/>
            <a:ext cx="8286750" cy="47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2"/>
          <p:cNvSpPr txBox="1"/>
          <p:nvPr/>
        </p:nvSpPr>
        <p:spPr>
          <a:xfrm>
            <a:off x="482782" y="1502409"/>
            <a:ext cx="3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Sentimentalização Geral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5126199" y="1502400"/>
            <a:ext cx="35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Mapa de Palavras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527900" y="2926950"/>
            <a:ext cx="43683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r>
              <a:rPr b="1" lang="pt-BR" sz="9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6" name="Google Shape;42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133" y="6228761"/>
            <a:ext cx="2619400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 txBox="1"/>
          <p:nvPr/>
        </p:nvSpPr>
        <p:spPr>
          <a:xfrm>
            <a:off x="393676" y="6340603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Comentários em destaque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2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32"/>
          <p:cNvPicPr preferRelativeResize="0"/>
          <p:nvPr/>
        </p:nvPicPr>
        <p:blipFill rotWithShape="1">
          <a:blip r:embed="rId7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32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432" name="Google Shape;432;p32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433" name="Google Shape;433;p32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434" name="Google Shape;434;p32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5" name="Google Shape;435;p3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6" name="Google Shape;436;p3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3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8" name="Google Shape;438;p32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" name="Google Shape;439;p32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32"/>
          <p:cNvSpPr txBox="1"/>
          <p:nvPr/>
        </p:nvSpPr>
        <p:spPr>
          <a:xfrm>
            <a:off x="5243088" y="5073850"/>
            <a:ext cx="314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445626" y="6675004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Positivos: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4580974" y="6616792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Negativos: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7379249" y="950159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Evidência aprovada</a:t>
            </a:r>
            <a:endParaRPr sz="1300"/>
          </a:p>
        </p:txBody>
      </p:sp>
      <p:sp>
        <p:nvSpPr>
          <p:cNvPr id="444" name="Google Shape;444;p32"/>
          <p:cNvSpPr txBox="1"/>
          <p:nvPr/>
        </p:nvSpPr>
        <p:spPr>
          <a:xfrm>
            <a:off x="2984513" y="9512348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Evidência aprovada</a:t>
            </a:r>
            <a:endParaRPr sz="1300"/>
          </a:p>
        </p:txBody>
      </p:sp>
      <p:sp>
        <p:nvSpPr>
          <p:cNvPr id="445" name="Google Shape;445;p32"/>
          <p:cNvSpPr txBox="1"/>
          <p:nvPr/>
        </p:nvSpPr>
        <p:spPr>
          <a:xfrm>
            <a:off x="2758186" y="720004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Evidência aprovada</a:t>
            </a:r>
            <a:endParaRPr sz="1300"/>
          </a:p>
        </p:txBody>
      </p:sp>
      <p:sp>
        <p:nvSpPr>
          <p:cNvPr id="446" name="Google Shape;446;p32"/>
          <p:cNvSpPr txBox="1"/>
          <p:nvPr/>
        </p:nvSpPr>
        <p:spPr>
          <a:xfrm>
            <a:off x="7200386" y="6850903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Evidência aprovada</a:t>
            </a:r>
            <a:endParaRPr sz="1300"/>
          </a:p>
        </p:txBody>
      </p:sp>
      <p:sp>
        <p:nvSpPr>
          <p:cNvPr id="447" name="Google Shape;447;p32"/>
          <p:cNvSpPr txBox="1"/>
          <p:nvPr/>
        </p:nvSpPr>
        <p:spPr>
          <a:xfrm>
            <a:off x="5249076" y="8667200"/>
            <a:ext cx="18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Evidência aprovada</a:t>
            </a:r>
            <a:endParaRPr sz="1300"/>
          </a:p>
        </p:txBody>
      </p:sp>
      <p:sp>
        <p:nvSpPr>
          <p:cNvPr id="448" name="Google Shape;448;p32"/>
          <p:cNvSpPr txBox="1"/>
          <p:nvPr/>
        </p:nvSpPr>
        <p:spPr>
          <a:xfrm>
            <a:off x="904901" y="8741275"/>
            <a:ext cx="16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Evidência aprovada</a:t>
            </a:r>
            <a:endParaRPr sz="1300"/>
          </a:p>
        </p:txBody>
      </p:sp>
      <p:sp>
        <p:nvSpPr>
          <p:cNvPr id="20025" name="Área de conteúdo validado"/>
          <p:cNvSpPr/>
          <p:nvPr/>
        </p:nvSpPr>
        <p:spPr>
          <a:xfrm>
            <a:off x="5105258" y="1834524"/>
            <a:ext cx="3416079" cy="308007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6" name="Área de conteúdo validado"/>
          <p:cNvSpPr/>
          <p:nvPr/>
        </p:nvSpPr>
        <p:spPr>
          <a:xfrm>
            <a:off x="428625" y="7264232"/>
            <a:ext cx="2252475" cy="364206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7" name="Área de conteúdo validado"/>
          <p:cNvSpPr/>
          <p:nvPr/>
        </p:nvSpPr>
        <p:spPr>
          <a:xfrm>
            <a:off x="4580975" y="6973217"/>
            <a:ext cx="2619400" cy="514979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8" name="Área de conteúdo validado"/>
          <p:cNvSpPr/>
          <p:nvPr/>
        </p:nvSpPr>
        <p:spPr>
          <a:xfrm>
            <a:off x="558375" y="9375325"/>
            <a:ext cx="2386250" cy="6296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9" name="Área de conteúdo validado"/>
          <p:cNvSpPr/>
          <p:nvPr/>
        </p:nvSpPr>
        <p:spPr>
          <a:xfrm>
            <a:off x="4628900" y="9533050"/>
            <a:ext cx="2750350" cy="492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0" name="Área de conteúdo validado"/>
          <p:cNvSpPr/>
          <p:nvPr/>
        </p:nvSpPr>
        <p:spPr>
          <a:xfrm>
            <a:off x="535850" y="8235438"/>
            <a:ext cx="2431299" cy="4155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1" name="Área de conteúdo validado"/>
          <p:cNvSpPr/>
          <p:nvPr/>
        </p:nvSpPr>
        <p:spPr>
          <a:xfrm>
            <a:off x="4628900" y="8243359"/>
            <a:ext cx="3616690" cy="3642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2" name="Área de conteúdo validado"/>
          <p:cNvSpPr/>
          <p:nvPr/>
        </p:nvSpPr>
        <p:spPr>
          <a:xfrm>
            <a:off x="567400" y="1959075"/>
            <a:ext cx="4289291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75" y="1256600"/>
            <a:ext cx="8286750" cy="47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3"/>
          <p:cNvSpPr txBox="1"/>
          <p:nvPr/>
        </p:nvSpPr>
        <p:spPr>
          <a:xfrm>
            <a:off x="485613" y="1561863"/>
            <a:ext cx="378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Instagram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3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33"/>
          <p:cNvPicPr preferRelativeResize="0"/>
          <p:nvPr/>
        </p:nvPicPr>
        <p:blipFill rotWithShape="1">
          <a:blip r:embed="rId5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33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469" name="Google Shape;469;p33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470" name="Google Shape;470;p33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471" name="Google Shape;471;p33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72" name="Google Shape;472;p3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3" name="Google Shape;473;p3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4" name="Google Shape;474;p3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5" name="Google Shape;475;p33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6" name="Google Shape;476;p33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33"/>
          <p:cNvSpPr txBox="1"/>
          <p:nvPr/>
        </p:nvSpPr>
        <p:spPr>
          <a:xfrm>
            <a:off x="485624" y="3100550"/>
            <a:ext cx="45984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33"/>
          <p:cNvSpPr txBox="1"/>
          <p:nvPr/>
        </p:nvSpPr>
        <p:spPr>
          <a:xfrm>
            <a:off x="5304550" y="4904325"/>
            <a:ext cx="31167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528195" y="6570063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Positivos: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4795234" y="6570075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Negativos: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5" name="Área de conteúdo validado"/>
          <p:cNvSpPr/>
          <p:nvPr/>
        </p:nvSpPr>
        <p:spPr>
          <a:xfrm>
            <a:off x="5199550" y="1561875"/>
            <a:ext cx="3326701" cy="323297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6" name="Área de conteúdo validado"/>
          <p:cNvSpPr/>
          <p:nvPr/>
        </p:nvSpPr>
        <p:spPr>
          <a:xfrm>
            <a:off x="4795225" y="7182921"/>
            <a:ext cx="2548625" cy="5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7" name="Área de conteúdo validado"/>
          <p:cNvSpPr/>
          <p:nvPr/>
        </p:nvSpPr>
        <p:spPr>
          <a:xfrm>
            <a:off x="4795225" y="7927714"/>
            <a:ext cx="3326700" cy="513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8" name="Área de conteúdo validado"/>
          <p:cNvSpPr/>
          <p:nvPr/>
        </p:nvSpPr>
        <p:spPr>
          <a:xfrm>
            <a:off x="4795225" y="8641337"/>
            <a:ext cx="3326700" cy="68633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9" name="Área de conteúdo validado"/>
          <p:cNvSpPr/>
          <p:nvPr/>
        </p:nvSpPr>
        <p:spPr>
          <a:xfrm>
            <a:off x="525925" y="7194771"/>
            <a:ext cx="2324958" cy="61325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0" name="Área de conteúdo validado"/>
          <p:cNvSpPr/>
          <p:nvPr/>
        </p:nvSpPr>
        <p:spPr>
          <a:xfrm>
            <a:off x="515325" y="8092675"/>
            <a:ext cx="2346155" cy="5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1" name="Área de conteúdo validado"/>
          <p:cNvSpPr/>
          <p:nvPr/>
        </p:nvSpPr>
        <p:spPr>
          <a:xfrm>
            <a:off x="515325" y="8964126"/>
            <a:ext cx="2346150" cy="362807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2" name="Área de conteúdo validado"/>
          <p:cNvSpPr/>
          <p:nvPr/>
        </p:nvSpPr>
        <p:spPr>
          <a:xfrm>
            <a:off x="485625" y="2023275"/>
            <a:ext cx="4422055" cy="68635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drawing/2018/hyperlinkcolor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575" y="1387338"/>
            <a:ext cx="8441100" cy="44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4"/>
          <p:cNvSpPr txBox="1"/>
          <p:nvPr/>
        </p:nvSpPr>
        <p:spPr>
          <a:xfrm>
            <a:off x="383100" y="1654325"/>
            <a:ext cx="509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Sentimento | Menções | Instagram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4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8" name="Google Shape;49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4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0" name="Google Shape;500;p34"/>
          <p:cNvPicPr preferRelativeResize="0"/>
          <p:nvPr/>
        </p:nvPicPr>
        <p:blipFill rotWithShape="1">
          <a:blip r:embed="rId6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34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502" name="Google Shape;502;p34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503" name="Google Shape;503;p34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504" name="Google Shape;504;p34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05" name="Google Shape;505;p3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6" name="Google Shape;506;p3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7" name="Google Shape;507;p3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8" name="Google Shape;508;p34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9" name="Google Shape;509;p34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0" name="Google Shape;51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00" y="5925713"/>
            <a:ext cx="8441100" cy="44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4"/>
          <p:cNvSpPr txBox="1"/>
          <p:nvPr/>
        </p:nvSpPr>
        <p:spPr>
          <a:xfrm>
            <a:off x="485626" y="6192697"/>
            <a:ext cx="3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Sentimento | Comentários | Instagram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4"/>
          <p:cNvSpPr txBox="1"/>
          <p:nvPr/>
        </p:nvSpPr>
        <p:spPr>
          <a:xfrm>
            <a:off x="5986225" y="2364200"/>
            <a:ext cx="27576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5802100" y="6430225"/>
            <a:ext cx="3129000" cy="3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b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1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11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16" name="Área de conteúdo validado"/>
          <p:cNvSpPr/>
          <p:nvPr/>
        </p:nvSpPr>
        <p:spPr>
          <a:xfrm>
            <a:off x="360488" y="6770364"/>
            <a:ext cx="5441600" cy="284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7" name="Área de conteúdo validado"/>
          <p:cNvSpPr/>
          <p:nvPr/>
        </p:nvSpPr>
        <p:spPr>
          <a:xfrm>
            <a:off x="394563" y="2036993"/>
            <a:ext cx="5373475" cy="2749733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1" y="206508"/>
            <a:ext cx="9144000" cy="1188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21" name="Google Shape;52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575" y="1298850"/>
            <a:ext cx="8286750" cy="43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5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5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6" name="Google Shape;526;p35"/>
          <p:cNvPicPr preferRelativeResize="0"/>
          <p:nvPr/>
        </p:nvPicPr>
        <p:blipFill rotWithShape="1">
          <a:blip r:embed="rId6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7" name="Google Shape;527;p35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528" name="Google Shape;528;p35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529" name="Google Shape;529;p35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530" name="Google Shape;530;p35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1" name="Google Shape;531;p3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2" name="Google Shape;532;p3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3" name="Google Shape;533;p3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4" name="Google Shape;534;p35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5" name="Google Shape;535;p35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6" name="Google Shape;536;p35"/>
          <p:cNvSpPr txBox="1"/>
          <p:nvPr/>
        </p:nvSpPr>
        <p:spPr>
          <a:xfrm>
            <a:off x="473200" y="1540709"/>
            <a:ext cx="378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X (Twitter)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5"/>
          <p:cNvSpPr txBox="1"/>
          <p:nvPr/>
        </p:nvSpPr>
        <p:spPr>
          <a:xfrm>
            <a:off x="5486038" y="4146375"/>
            <a:ext cx="353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525925" y="2933125"/>
            <a:ext cx="426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35"/>
          <p:cNvSpPr txBox="1"/>
          <p:nvPr/>
        </p:nvSpPr>
        <p:spPr>
          <a:xfrm>
            <a:off x="836170" y="8595484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Positivos: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4987009" y="8595484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Negativos: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6" name="Área de conteúdo validado"/>
          <p:cNvSpPr/>
          <p:nvPr/>
        </p:nvSpPr>
        <p:spPr>
          <a:xfrm>
            <a:off x="555000" y="5697247"/>
            <a:ext cx="8047498" cy="27663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7" name="Área de conteúdo validado"/>
          <p:cNvSpPr/>
          <p:nvPr/>
        </p:nvSpPr>
        <p:spPr>
          <a:xfrm>
            <a:off x="5983050" y="1602650"/>
            <a:ext cx="2543875" cy="24133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8" name="Área de conteúdo validado"/>
          <p:cNvSpPr/>
          <p:nvPr/>
        </p:nvSpPr>
        <p:spPr>
          <a:xfrm>
            <a:off x="4987000" y="8838300"/>
            <a:ext cx="2363125" cy="66535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9" name="Área de conteúdo validado"/>
          <p:cNvSpPr/>
          <p:nvPr/>
        </p:nvSpPr>
        <p:spPr>
          <a:xfrm>
            <a:off x="4987000" y="9584326"/>
            <a:ext cx="2363125" cy="584761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545" name="Google Shape;545;p35"/>
          <p:cNvSpPr txBox="1"/>
          <p:nvPr/>
        </p:nvSpPr>
        <p:spPr>
          <a:xfrm>
            <a:off x="836175" y="8970875"/>
            <a:ext cx="298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[limitação observada]</a:t>
            </a:r>
            <a:endParaRPr sz="1300"/>
          </a:p>
        </p:txBody>
      </p:sp>
      <p:sp>
        <p:nvSpPr>
          <p:cNvPr id="20021" name="Área de conteúdo validado"/>
          <p:cNvSpPr/>
          <p:nvPr/>
        </p:nvSpPr>
        <p:spPr>
          <a:xfrm>
            <a:off x="525925" y="2004413"/>
            <a:ext cx="4926554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574" y="66458"/>
            <a:ext cx="9144000" cy="1188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52" name="Google Shape;5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375" y="1256600"/>
            <a:ext cx="8286750" cy="43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6"/>
          <p:cNvSpPr txBox="1"/>
          <p:nvPr/>
        </p:nvSpPr>
        <p:spPr>
          <a:xfrm>
            <a:off x="485613" y="1561863"/>
            <a:ext cx="378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YouTube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6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8" name="Google Shape;558;p36"/>
          <p:cNvPicPr preferRelativeResize="0"/>
          <p:nvPr/>
        </p:nvPicPr>
        <p:blipFill rotWithShape="1">
          <a:blip r:embed="rId6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9" name="Google Shape;559;p36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560" name="Google Shape;560;p36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561" name="Google Shape;561;p36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562" name="Google Shape;562;p36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63" name="Google Shape;563;p3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4" name="Google Shape;564;p3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5" name="Google Shape;565;p3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6" name="Google Shape;566;p36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36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36"/>
          <p:cNvSpPr txBox="1"/>
          <p:nvPr/>
        </p:nvSpPr>
        <p:spPr>
          <a:xfrm>
            <a:off x="525925" y="3048875"/>
            <a:ext cx="4278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36"/>
          <p:cNvSpPr txBox="1"/>
          <p:nvPr/>
        </p:nvSpPr>
        <p:spPr>
          <a:xfrm>
            <a:off x="5443576" y="4733975"/>
            <a:ext cx="30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70" name="Google Shape;570;p36"/>
          <p:cNvSpPr txBox="1"/>
          <p:nvPr/>
        </p:nvSpPr>
        <p:spPr>
          <a:xfrm>
            <a:off x="930526" y="6003466"/>
            <a:ext cx="293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Sentimento | Menções | YouTube</a:t>
            </a:r>
            <a:endParaRPr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1" name="Google Shape;571;p36"/>
          <p:cNvSpPr txBox="1"/>
          <p:nvPr/>
        </p:nvSpPr>
        <p:spPr>
          <a:xfrm>
            <a:off x="5509988" y="6001728"/>
            <a:ext cx="228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Sentimento | Comentários | YouTube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0016" name="Área de conteúdo validado"/>
          <p:cNvSpPr/>
          <p:nvPr/>
        </p:nvSpPr>
        <p:spPr>
          <a:xfrm>
            <a:off x="100013" y="6321576"/>
            <a:ext cx="4371301" cy="20221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7" name="Área de conteúdo validado"/>
          <p:cNvSpPr/>
          <p:nvPr/>
        </p:nvSpPr>
        <p:spPr>
          <a:xfrm>
            <a:off x="4514912" y="6335789"/>
            <a:ext cx="4278588" cy="20221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574" name="Google Shape;574;p36"/>
          <p:cNvSpPr txBox="1"/>
          <p:nvPr/>
        </p:nvSpPr>
        <p:spPr>
          <a:xfrm>
            <a:off x="702974" y="8839477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Positivos: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5213450" y="8891431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Negativos: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0" name="Área de conteúdo validado"/>
          <p:cNvSpPr/>
          <p:nvPr/>
        </p:nvSpPr>
        <p:spPr>
          <a:xfrm>
            <a:off x="5443575" y="1823475"/>
            <a:ext cx="2933999" cy="2764537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1" name="Área de conteúdo validado"/>
          <p:cNvSpPr/>
          <p:nvPr/>
        </p:nvSpPr>
        <p:spPr>
          <a:xfrm>
            <a:off x="5213448" y="9147275"/>
            <a:ext cx="210611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2" name="Área de conteúdo validado"/>
          <p:cNvSpPr/>
          <p:nvPr/>
        </p:nvSpPr>
        <p:spPr>
          <a:xfrm>
            <a:off x="5197875" y="9676900"/>
            <a:ext cx="3600101" cy="437462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3" name="Área de conteúdo validado"/>
          <p:cNvSpPr/>
          <p:nvPr/>
        </p:nvSpPr>
        <p:spPr>
          <a:xfrm>
            <a:off x="702973" y="9091898"/>
            <a:ext cx="1866000" cy="506162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4" name="Área de conteúdo validado"/>
          <p:cNvSpPr/>
          <p:nvPr/>
        </p:nvSpPr>
        <p:spPr>
          <a:xfrm>
            <a:off x="702963" y="9692738"/>
            <a:ext cx="1685925" cy="5429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5" name="Área de conteúdo validado"/>
          <p:cNvSpPr/>
          <p:nvPr/>
        </p:nvSpPr>
        <p:spPr>
          <a:xfrm>
            <a:off x="525919" y="2101707"/>
            <a:ext cx="4724526" cy="6689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1464" y="-21167"/>
            <a:ext cx="9144000" cy="1188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87" name="Google Shape;58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6399" y="-21167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375" y="1256600"/>
            <a:ext cx="8286750" cy="41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7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7"/>
          <p:cNvSpPr txBox="1"/>
          <p:nvPr/>
        </p:nvSpPr>
        <p:spPr>
          <a:xfrm>
            <a:off x="515342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3" name="Google Shape;593;p37"/>
          <p:cNvPicPr preferRelativeResize="0"/>
          <p:nvPr/>
        </p:nvPicPr>
        <p:blipFill rotWithShape="1">
          <a:blip r:embed="rId7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4" name="Google Shape;594;p37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595" name="Google Shape;595;p37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596" name="Google Shape;596;p37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597" name="Google Shape;597;p37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8" name="Google Shape;598;p3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9" name="Google Shape;599;p3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0" name="Google Shape;600;p3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" name="Google Shape;601;p37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2" name="Google Shape;602;p37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3" name="Google Shape;603;p37"/>
          <p:cNvSpPr txBox="1"/>
          <p:nvPr/>
        </p:nvSpPr>
        <p:spPr>
          <a:xfrm>
            <a:off x="512538" y="1572435"/>
            <a:ext cx="378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Facebook 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7"/>
          <p:cNvSpPr txBox="1"/>
          <p:nvPr/>
        </p:nvSpPr>
        <p:spPr>
          <a:xfrm>
            <a:off x="5329800" y="4446988"/>
            <a:ext cx="350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605" name="Google Shape;605;p37"/>
          <p:cNvSpPr txBox="1"/>
          <p:nvPr/>
        </p:nvSpPr>
        <p:spPr>
          <a:xfrm>
            <a:off x="531075" y="3032150"/>
            <a:ext cx="4232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37"/>
          <p:cNvSpPr txBox="1"/>
          <p:nvPr/>
        </p:nvSpPr>
        <p:spPr>
          <a:xfrm>
            <a:off x="623599" y="8298327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Positivos: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7"/>
          <p:cNvSpPr txBox="1"/>
          <p:nvPr/>
        </p:nvSpPr>
        <p:spPr>
          <a:xfrm>
            <a:off x="4093638" y="8362156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Negativos: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7" name="Área de conteúdo validado"/>
          <p:cNvSpPr/>
          <p:nvPr/>
        </p:nvSpPr>
        <p:spPr>
          <a:xfrm>
            <a:off x="463200" y="5457276"/>
            <a:ext cx="8217605" cy="2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8" name="Área de conteúdo validado"/>
          <p:cNvSpPr/>
          <p:nvPr/>
        </p:nvSpPr>
        <p:spPr>
          <a:xfrm>
            <a:off x="5392850" y="1572425"/>
            <a:ext cx="3098399" cy="275689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19" name="Área de conteúdo validado"/>
          <p:cNvSpPr/>
          <p:nvPr/>
        </p:nvSpPr>
        <p:spPr>
          <a:xfrm>
            <a:off x="4093647" y="8622622"/>
            <a:ext cx="1550580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0" name="Área de conteúdo validado"/>
          <p:cNvSpPr/>
          <p:nvPr/>
        </p:nvSpPr>
        <p:spPr>
          <a:xfrm>
            <a:off x="623598" y="8622623"/>
            <a:ext cx="1714882" cy="4155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1" name="Área de conteúdo validado"/>
          <p:cNvSpPr/>
          <p:nvPr/>
        </p:nvSpPr>
        <p:spPr>
          <a:xfrm>
            <a:off x="623597" y="9268150"/>
            <a:ext cx="2130171" cy="26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2" name="Área de conteúdo validado"/>
          <p:cNvSpPr/>
          <p:nvPr/>
        </p:nvSpPr>
        <p:spPr>
          <a:xfrm>
            <a:off x="4093647" y="9569875"/>
            <a:ext cx="2258625" cy="33107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3" name="Área de conteúdo validado"/>
          <p:cNvSpPr/>
          <p:nvPr/>
        </p:nvSpPr>
        <p:spPr>
          <a:xfrm>
            <a:off x="515350" y="2069782"/>
            <a:ext cx="4752070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316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375" y="1256600"/>
            <a:ext cx="8286750" cy="41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38"/>
          <p:cNvSpPr txBox="1"/>
          <p:nvPr/>
        </p:nvSpPr>
        <p:spPr>
          <a:xfrm>
            <a:off x="485613" y="1552732"/>
            <a:ext cx="378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Portais</a:t>
            </a:r>
            <a:endParaRPr b="1">
              <a:solidFill>
                <a:srgbClr val="002C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38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8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4" name="Google Shape;62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8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6" name="Google Shape;626;p38"/>
          <p:cNvPicPr preferRelativeResize="0"/>
          <p:nvPr/>
        </p:nvPicPr>
        <p:blipFill rotWithShape="1">
          <a:blip r:embed="rId6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7" name="Google Shape;627;p38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628" name="Google Shape;628;p38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629" name="Google Shape;629;p38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630" name="Google Shape;630;p38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1" name="Google Shape;631;p3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2" name="Google Shape;632;p3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3" name="Google Shape;633;p3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4" name="Google Shape;634;p38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5" name="Google Shape;635;p38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p38"/>
          <p:cNvSpPr txBox="1"/>
          <p:nvPr/>
        </p:nvSpPr>
        <p:spPr>
          <a:xfrm>
            <a:off x="5318950" y="4314350"/>
            <a:ext cx="317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6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38"/>
          <p:cNvSpPr txBox="1"/>
          <p:nvPr/>
        </p:nvSpPr>
        <p:spPr>
          <a:xfrm>
            <a:off x="502100" y="2949571"/>
            <a:ext cx="4428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38"/>
          <p:cNvSpPr txBox="1"/>
          <p:nvPr/>
        </p:nvSpPr>
        <p:spPr>
          <a:xfrm>
            <a:off x="571489" y="8204714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Positivos: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8"/>
          <p:cNvSpPr txBox="1"/>
          <p:nvPr/>
        </p:nvSpPr>
        <p:spPr>
          <a:xfrm>
            <a:off x="4749488" y="8204731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Negativos: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6" name="Área de conteúdo validado"/>
          <p:cNvSpPr/>
          <p:nvPr/>
        </p:nvSpPr>
        <p:spPr>
          <a:xfrm>
            <a:off x="547388" y="5320913"/>
            <a:ext cx="7842324" cy="25694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641" name="Google Shape;641;p38"/>
          <p:cNvSpPr txBox="1"/>
          <p:nvPr/>
        </p:nvSpPr>
        <p:spPr>
          <a:xfrm>
            <a:off x="571510" y="9115713"/>
            <a:ext cx="177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Evidência aprovada</a:t>
            </a:r>
            <a:r>
              <a:rPr b="1" lang="pt-BR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b="0" i="0" sz="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8"/>
          <p:cNvSpPr txBox="1"/>
          <p:nvPr/>
        </p:nvSpPr>
        <p:spPr>
          <a:xfrm>
            <a:off x="571510" y="10027600"/>
            <a:ext cx="177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[síntese validada da análise]</a:t>
            </a:r>
            <a:endParaRPr/>
          </a:p>
        </p:txBody>
      </p:sp>
      <p:sp>
        <p:nvSpPr>
          <p:cNvPr id="643" name="Google Shape;643;p38"/>
          <p:cNvSpPr txBox="1"/>
          <p:nvPr/>
        </p:nvSpPr>
        <p:spPr>
          <a:xfrm>
            <a:off x="3152100" y="10184175"/>
            <a:ext cx="2500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[limitação observada]</a:t>
            </a:r>
            <a:endParaRPr sz="1300"/>
          </a:p>
        </p:txBody>
      </p:sp>
      <p:sp>
        <p:nvSpPr>
          <p:cNvPr id="644" name="Google Shape;644;p38"/>
          <p:cNvSpPr txBox="1"/>
          <p:nvPr/>
        </p:nvSpPr>
        <p:spPr>
          <a:xfrm>
            <a:off x="4794810" y="9357500"/>
            <a:ext cx="177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Evidência aprovada</a:t>
            </a:r>
            <a:r>
              <a:rPr b="1" lang="pt-BR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b="0" i="0" sz="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1" name="Área de conteúdo validado"/>
          <p:cNvSpPr/>
          <p:nvPr/>
        </p:nvSpPr>
        <p:spPr>
          <a:xfrm>
            <a:off x="5365900" y="1887625"/>
            <a:ext cx="2876625" cy="2269174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2" name="Área de conteúdo validado"/>
          <p:cNvSpPr/>
          <p:nvPr/>
        </p:nvSpPr>
        <p:spPr>
          <a:xfrm>
            <a:off x="571500" y="8464398"/>
            <a:ext cx="2558295" cy="5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3" name="Área de conteúdo validado"/>
          <p:cNvSpPr/>
          <p:nvPr/>
        </p:nvSpPr>
        <p:spPr>
          <a:xfrm>
            <a:off x="547400" y="9443125"/>
            <a:ext cx="3049250" cy="5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4" name="Área de conteúdo validado"/>
          <p:cNvSpPr/>
          <p:nvPr/>
        </p:nvSpPr>
        <p:spPr>
          <a:xfrm>
            <a:off x="4749500" y="8454250"/>
            <a:ext cx="2658796" cy="8229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5" name="Área de conteúdo validado"/>
          <p:cNvSpPr/>
          <p:nvPr/>
        </p:nvSpPr>
        <p:spPr>
          <a:xfrm>
            <a:off x="485625" y="2018651"/>
            <a:ext cx="4759241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4" name="Google Shape;654;p39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pic>
        <p:nvPicPr>
          <p:cNvPr id="655" name="Google Shape;655;p39"/>
          <p:cNvPicPr preferRelativeResize="0"/>
          <p:nvPr/>
        </p:nvPicPr>
        <p:blipFill rotWithShape="1">
          <a:blip r:embed="rId3">
            <a:alphaModFix/>
          </a:blip>
          <a:srcRect b="0" l="0" r="0" t="87484"/>
          <a:stretch/>
        </p:blipFill>
        <p:spPr>
          <a:xfrm>
            <a:off x="482185" y="10863941"/>
            <a:ext cx="725791" cy="1151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6" name="Google Shape;656;p39"/>
          <p:cNvGrpSpPr/>
          <p:nvPr/>
        </p:nvGrpSpPr>
        <p:grpSpPr>
          <a:xfrm>
            <a:off x="7729119" y="10888203"/>
            <a:ext cx="904652" cy="124444"/>
            <a:chOff x="9918346" y="6195941"/>
            <a:chExt cx="1800303" cy="247650"/>
          </a:xfrm>
        </p:grpSpPr>
        <p:grpSp>
          <p:nvGrpSpPr>
            <p:cNvPr id="657" name="Google Shape;657;p39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658" name="Google Shape;658;p39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59" name="Google Shape;659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0" name="Google Shape;660;p3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1" name="Google Shape;661;p3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2" name="Google Shape;662;p39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3" name="Google Shape;663;p39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4" name="Google Shape;664;p39"/>
          <p:cNvSpPr txBox="1"/>
          <p:nvPr/>
        </p:nvSpPr>
        <p:spPr>
          <a:xfrm>
            <a:off x="2124000" y="5425450"/>
            <a:ext cx="489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</a:t>
            </a:r>
            <a:r>
              <a:rPr b="1" lang="pt-BR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r>
              <a:rPr lang="pt-BR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00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850" y="1256600"/>
            <a:ext cx="8286750" cy="47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2"/>
          <p:cNvSpPr txBox="1"/>
          <p:nvPr/>
        </p:nvSpPr>
        <p:spPr>
          <a:xfrm>
            <a:off x="482782" y="1502409"/>
            <a:ext cx="3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Cobertura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5126199" y="1502400"/>
            <a:ext cx="35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Lacunas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527900" y="2926950"/>
            <a:ext cx="43683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r>
              <a:rPr b="1" lang="pt-BR" sz="9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6" name="Google Shape;42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133" y="6228761"/>
            <a:ext cx="2619400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 txBox="1"/>
          <p:nvPr/>
        </p:nvSpPr>
        <p:spPr>
          <a:xfrm>
            <a:off x="393676" y="6340603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Leitura do corpus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2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32"/>
          <p:cNvPicPr preferRelativeResize="0"/>
          <p:nvPr/>
        </p:nvPicPr>
        <p:blipFill rotWithShape="1">
          <a:blip r:embed="rId7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32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432" name="Google Shape;432;p32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433" name="Google Shape;433;p32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434" name="Google Shape;434;p32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5" name="Google Shape;435;p3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6" name="Google Shape;436;p3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3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8" name="Google Shape;438;p32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" name="Google Shape;439;p32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32"/>
          <p:cNvSpPr txBox="1"/>
          <p:nvPr/>
        </p:nvSpPr>
        <p:spPr>
          <a:xfrm>
            <a:off x="5243088" y="5073850"/>
            <a:ext cx="314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445626" y="6675004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Observado: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4580974" y="6616792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Lacunas: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7379249" y="950159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4" name="Google Shape;444;p32"/>
          <p:cNvSpPr txBox="1"/>
          <p:nvPr/>
        </p:nvSpPr>
        <p:spPr>
          <a:xfrm>
            <a:off x="2984513" y="9512348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5" name="Google Shape;445;p32"/>
          <p:cNvSpPr txBox="1"/>
          <p:nvPr/>
        </p:nvSpPr>
        <p:spPr>
          <a:xfrm>
            <a:off x="2758186" y="720004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6" name="Google Shape;446;p32"/>
          <p:cNvSpPr txBox="1"/>
          <p:nvPr/>
        </p:nvSpPr>
        <p:spPr>
          <a:xfrm>
            <a:off x="7200386" y="6850903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7" name="Google Shape;447;p32"/>
          <p:cNvSpPr txBox="1"/>
          <p:nvPr/>
        </p:nvSpPr>
        <p:spPr>
          <a:xfrm>
            <a:off x="5249076" y="8667200"/>
            <a:ext cx="18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8" name="Google Shape;448;p32"/>
          <p:cNvSpPr txBox="1"/>
          <p:nvPr/>
        </p:nvSpPr>
        <p:spPr>
          <a:xfrm>
            <a:off x="904901" y="8741275"/>
            <a:ext cx="16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20025" name="Área de conteúdo validado"/>
          <p:cNvSpPr/>
          <p:nvPr/>
        </p:nvSpPr>
        <p:spPr>
          <a:xfrm>
            <a:off x="5105258" y="1834524"/>
            <a:ext cx="3416079" cy="308007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6" name="Área de conteúdo validado"/>
          <p:cNvSpPr/>
          <p:nvPr/>
        </p:nvSpPr>
        <p:spPr>
          <a:xfrm>
            <a:off x="428625" y="7264232"/>
            <a:ext cx="2252475" cy="364206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7" name="Área de conteúdo validado"/>
          <p:cNvSpPr/>
          <p:nvPr/>
        </p:nvSpPr>
        <p:spPr>
          <a:xfrm>
            <a:off x="4580975" y="6973217"/>
            <a:ext cx="2619400" cy="514979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8" name="Área de conteúdo validado"/>
          <p:cNvSpPr/>
          <p:nvPr/>
        </p:nvSpPr>
        <p:spPr>
          <a:xfrm>
            <a:off x="558375" y="9375325"/>
            <a:ext cx="2386250" cy="6296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9" name="Área de conteúdo validado"/>
          <p:cNvSpPr/>
          <p:nvPr/>
        </p:nvSpPr>
        <p:spPr>
          <a:xfrm>
            <a:off x="4628900" y="9533050"/>
            <a:ext cx="2750350" cy="492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0" name="Área de conteúdo validado"/>
          <p:cNvSpPr/>
          <p:nvPr/>
        </p:nvSpPr>
        <p:spPr>
          <a:xfrm>
            <a:off x="535850" y="8235438"/>
            <a:ext cx="2431299" cy="4155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1" name="Área de conteúdo validado"/>
          <p:cNvSpPr/>
          <p:nvPr/>
        </p:nvSpPr>
        <p:spPr>
          <a:xfrm>
            <a:off x="4628900" y="8243359"/>
            <a:ext cx="3616690" cy="3642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2" name="Área de conteúdo validado"/>
          <p:cNvSpPr/>
          <p:nvPr/>
        </p:nvSpPr>
        <p:spPr>
          <a:xfrm>
            <a:off x="567400" y="1959075"/>
            <a:ext cx="4289291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00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850" y="1256600"/>
            <a:ext cx="8286750" cy="47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2"/>
          <p:cNvSpPr txBox="1"/>
          <p:nvPr/>
        </p:nvSpPr>
        <p:spPr>
          <a:xfrm>
            <a:off x="482782" y="1502409"/>
            <a:ext cx="3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Conclusões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5126199" y="1502400"/>
            <a:ext cx="35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Recomendações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527900" y="2926950"/>
            <a:ext cx="43683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r>
              <a:rPr b="1" lang="pt-BR" sz="9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6" name="Google Shape;42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133" y="6228761"/>
            <a:ext cx="2619400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 txBox="1"/>
          <p:nvPr/>
        </p:nvSpPr>
        <p:spPr>
          <a:xfrm>
            <a:off x="393676" y="6340603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Próximos passos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2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32"/>
          <p:cNvPicPr preferRelativeResize="0"/>
          <p:nvPr/>
        </p:nvPicPr>
        <p:blipFill rotWithShape="1">
          <a:blip r:embed="rId7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32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432" name="Google Shape;432;p32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433" name="Google Shape;433;p32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434" name="Google Shape;434;p32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5" name="Google Shape;435;p3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6" name="Google Shape;436;p3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3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8" name="Google Shape;438;p32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" name="Google Shape;439;p32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32"/>
          <p:cNvSpPr txBox="1"/>
          <p:nvPr/>
        </p:nvSpPr>
        <p:spPr>
          <a:xfrm>
            <a:off x="5243088" y="5073850"/>
            <a:ext cx="314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445626" y="6675004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Achados: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4580974" y="6616792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Ações: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7379249" y="950159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4" name="Google Shape;444;p32"/>
          <p:cNvSpPr txBox="1"/>
          <p:nvPr/>
        </p:nvSpPr>
        <p:spPr>
          <a:xfrm>
            <a:off x="2984513" y="9512348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5" name="Google Shape;445;p32"/>
          <p:cNvSpPr txBox="1"/>
          <p:nvPr/>
        </p:nvSpPr>
        <p:spPr>
          <a:xfrm>
            <a:off x="2758186" y="720004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6" name="Google Shape;446;p32"/>
          <p:cNvSpPr txBox="1"/>
          <p:nvPr/>
        </p:nvSpPr>
        <p:spPr>
          <a:xfrm>
            <a:off x="7200386" y="6850903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7" name="Google Shape;447;p32"/>
          <p:cNvSpPr txBox="1"/>
          <p:nvPr/>
        </p:nvSpPr>
        <p:spPr>
          <a:xfrm>
            <a:off x="5249076" y="8667200"/>
            <a:ext cx="18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8" name="Google Shape;448;p32"/>
          <p:cNvSpPr txBox="1"/>
          <p:nvPr/>
        </p:nvSpPr>
        <p:spPr>
          <a:xfrm>
            <a:off x="904901" y="8741275"/>
            <a:ext cx="16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20025" name="Área de conteúdo validado"/>
          <p:cNvSpPr/>
          <p:nvPr/>
        </p:nvSpPr>
        <p:spPr>
          <a:xfrm>
            <a:off x="5105258" y="1834524"/>
            <a:ext cx="3416079" cy="308007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6" name="Área de conteúdo validado"/>
          <p:cNvSpPr/>
          <p:nvPr/>
        </p:nvSpPr>
        <p:spPr>
          <a:xfrm>
            <a:off x="428625" y="7264232"/>
            <a:ext cx="2252475" cy="364206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7" name="Área de conteúdo validado"/>
          <p:cNvSpPr/>
          <p:nvPr/>
        </p:nvSpPr>
        <p:spPr>
          <a:xfrm>
            <a:off x="4580975" y="6973217"/>
            <a:ext cx="2619400" cy="514979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8" name="Área de conteúdo validado"/>
          <p:cNvSpPr/>
          <p:nvPr/>
        </p:nvSpPr>
        <p:spPr>
          <a:xfrm>
            <a:off x="558375" y="9375325"/>
            <a:ext cx="2386250" cy="6296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9" name="Área de conteúdo validado"/>
          <p:cNvSpPr/>
          <p:nvPr/>
        </p:nvSpPr>
        <p:spPr>
          <a:xfrm>
            <a:off x="4628900" y="9533050"/>
            <a:ext cx="2750350" cy="492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0" name="Área de conteúdo validado"/>
          <p:cNvSpPr/>
          <p:nvPr/>
        </p:nvSpPr>
        <p:spPr>
          <a:xfrm>
            <a:off x="535850" y="8235438"/>
            <a:ext cx="2431299" cy="4155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1" name="Área de conteúdo validado"/>
          <p:cNvSpPr/>
          <p:nvPr/>
        </p:nvSpPr>
        <p:spPr>
          <a:xfrm>
            <a:off x="4628900" y="8243359"/>
            <a:ext cx="3616690" cy="3642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2" name="Área de conteúdo validado"/>
          <p:cNvSpPr/>
          <p:nvPr/>
        </p:nvSpPr>
        <p:spPr>
          <a:xfrm>
            <a:off x="567400" y="1959075"/>
            <a:ext cx="4289291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800" y="0"/>
            <a:ext cx="9144000" cy="118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850" y="1256600"/>
            <a:ext cx="8286750" cy="47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2"/>
          <p:cNvSpPr txBox="1"/>
          <p:nvPr/>
        </p:nvSpPr>
        <p:spPr>
          <a:xfrm>
            <a:off x="482782" y="1502409"/>
            <a:ext cx="37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Metodologia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5126199" y="1502400"/>
            <a:ext cx="35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Critérios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571500" y="609600"/>
            <a:ext cx="855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700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Mar Aberto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28625" y="482600"/>
            <a:ext cx="57000" cy="726600"/>
          </a:xfrm>
          <a:prstGeom prst="rect">
            <a:avLst/>
          </a:prstGeom>
          <a:solidFill>
            <a:srgbClr val="00AA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 txBox="1"/>
          <p:nvPr/>
        </p:nvSpPr>
        <p:spPr>
          <a:xfrm>
            <a:off x="527900" y="2926950"/>
            <a:ext cx="43683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[síntese validada da análise]</a:t>
            </a:r>
            <a:r>
              <a:rPr b="1" lang="pt-BR" sz="9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1" sz="9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6" name="Google Shape;42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133" y="6228761"/>
            <a:ext cx="2619400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2"/>
          <p:cNvSpPr txBox="1"/>
          <p:nvPr/>
        </p:nvSpPr>
        <p:spPr>
          <a:xfrm>
            <a:off x="393676" y="6340603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002C5F"/>
                </a:solidFill>
                <a:latin typeface="Montserrat"/>
                <a:ea typeface="Montserrat"/>
                <a:cs typeface="Montserrat"/>
                <a:sym typeface="Montserrat"/>
              </a:rPr>
              <a:t>Limitações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25" y="10330374"/>
            <a:ext cx="8286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2"/>
          <p:cNvSpPr txBox="1"/>
          <p:nvPr/>
        </p:nvSpPr>
        <p:spPr>
          <a:xfrm>
            <a:off x="525925" y="10464074"/>
            <a:ext cx="80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Fonte: [fonte validada]  |  [período]  |  [cobertura]</a:t>
            </a:r>
            <a:r>
              <a:rPr b="0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pt-BR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32"/>
          <p:cNvPicPr preferRelativeResize="0"/>
          <p:nvPr/>
        </p:nvPicPr>
        <p:blipFill rotWithShape="1">
          <a:blip r:embed="rId7">
            <a:alphaModFix/>
          </a:blip>
          <a:srcRect b="0" l="0" r="0" t="87484"/>
          <a:stretch/>
        </p:blipFill>
        <p:spPr>
          <a:xfrm>
            <a:off x="558385" y="10882991"/>
            <a:ext cx="725791" cy="1151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32"/>
          <p:cNvCxnSpPr/>
          <p:nvPr/>
        </p:nvCxnSpPr>
        <p:spPr>
          <a:xfrm rot="10800000">
            <a:off x="1465700" y="10939475"/>
            <a:ext cx="6005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0"/>
            <a:headEnd len="sm" w="sm" type="none"/>
            <a:tailEnd len="sm" w="sm" type="none"/>
          </a:ln>
        </p:spPr>
      </p:cxnSp>
      <p:grpSp>
        <p:nvGrpSpPr>
          <p:cNvPr id="432" name="Google Shape;432;p32"/>
          <p:cNvGrpSpPr/>
          <p:nvPr/>
        </p:nvGrpSpPr>
        <p:grpSpPr>
          <a:xfrm>
            <a:off x="7662196" y="10888209"/>
            <a:ext cx="904652" cy="124444"/>
            <a:chOff x="9918346" y="6195941"/>
            <a:chExt cx="1800303" cy="247650"/>
          </a:xfrm>
        </p:grpSpPr>
        <p:grpSp>
          <p:nvGrpSpPr>
            <p:cNvPr id="433" name="Google Shape;433;p32"/>
            <p:cNvGrpSpPr/>
            <p:nvPr/>
          </p:nvGrpSpPr>
          <p:grpSpPr>
            <a:xfrm>
              <a:off x="10490635" y="6230887"/>
              <a:ext cx="1228014" cy="177819"/>
              <a:chOff x="9104287" y="7017467"/>
              <a:chExt cx="1228014" cy="177819"/>
            </a:xfrm>
          </p:grpSpPr>
          <p:sp>
            <p:nvSpPr>
              <p:cNvPr id="434" name="Google Shape;434;p32"/>
              <p:cNvSpPr/>
              <p:nvPr/>
            </p:nvSpPr>
            <p:spPr>
              <a:xfrm>
                <a:off x="9104287" y="7017486"/>
                <a:ext cx="544829" cy="177800"/>
              </a:xfrm>
              <a:custGeom>
                <a:rect b="b" l="l" r="r" t="t"/>
                <a:pathLst>
                  <a:path extrusionOk="0" h="177800" w="544829">
                    <a:moveTo>
                      <a:pt x="161353" y="0"/>
                    </a:moveTo>
                    <a:lnTo>
                      <a:pt x="119062" y="0"/>
                    </a:lnTo>
                    <a:lnTo>
                      <a:pt x="119062" y="67310"/>
                    </a:lnTo>
                    <a:lnTo>
                      <a:pt x="42303" y="67310"/>
                    </a:lnTo>
                    <a:lnTo>
                      <a:pt x="42303" y="0"/>
                    </a:lnTo>
                    <a:lnTo>
                      <a:pt x="0" y="0"/>
                    </a:lnTo>
                    <a:lnTo>
                      <a:pt x="0" y="67310"/>
                    </a:lnTo>
                    <a:lnTo>
                      <a:pt x="0" y="106680"/>
                    </a:lnTo>
                    <a:lnTo>
                      <a:pt x="0" y="177800"/>
                    </a:lnTo>
                    <a:lnTo>
                      <a:pt x="42303" y="177800"/>
                    </a:lnTo>
                    <a:lnTo>
                      <a:pt x="42303" y="106680"/>
                    </a:lnTo>
                    <a:lnTo>
                      <a:pt x="119062" y="106680"/>
                    </a:lnTo>
                    <a:lnTo>
                      <a:pt x="119062" y="177800"/>
                    </a:lnTo>
                    <a:lnTo>
                      <a:pt x="161353" y="177800"/>
                    </a:lnTo>
                    <a:lnTo>
                      <a:pt x="161353" y="106680"/>
                    </a:lnTo>
                    <a:lnTo>
                      <a:pt x="161353" y="67310"/>
                    </a:lnTo>
                    <a:lnTo>
                      <a:pt x="161353" y="0"/>
                    </a:lnTo>
                    <a:close/>
                  </a:path>
                  <a:path extrusionOk="0" h="177800" w="544829">
                    <a:moveTo>
                      <a:pt x="366344" y="0"/>
                    </a:moveTo>
                    <a:lnTo>
                      <a:pt x="316395" y="0"/>
                    </a:lnTo>
                    <a:lnTo>
                      <a:pt x="272135" y="70358"/>
                    </a:lnTo>
                    <a:lnTo>
                      <a:pt x="227926" y="0"/>
                    </a:lnTo>
                    <a:lnTo>
                      <a:pt x="178015" y="0"/>
                    </a:lnTo>
                    <a:lnTo>
                      <a:pt x="251040" y="116141"/>
                    </a:lnTo>
                    <a:lnTo>
                      <a:pt x="251040" y="177685"/>
                    </a:lnTo>
                    <a:lnTo>
                      <a:pt x="293293" y="177685"/>
                    </a:lnTo>
                    <a:lnTo>
                      <a:pt x="293293" y="116141"/>
                    </a:lnTo>
                    <a:lnTo>
                      <a:pt x="366344" y="0"/>
                    </a:lnTo>
                    <a:close/>
                  </a:path>
                  <a:path extrusionOk="0" h="177800" w="544829">
                    <a:moveTo>
                      <a:pt x="544626" y="0"/>
                    </a:moveTo>
                    <a:lnTo>
                      <a:pt x="502399" y="0"/>
                    </a:lnTo>
                    <a:lnTo>
                      <a:pt x="502399" y="135204"/>
                    </a:lnTo>
                    <a:lnTo>
                      <a:pt x="498665" y="139192"/>
                    </a:lnTo>
                    <a:lnTo>
                      <a:pt x="425602" y="139192"/>
                    </a:lnTo>
                    <a:lnTo>
                      <a:pt x="425602" y="0"/>
                    </a:lnTo>
                    <a:lnTo>
                      <a:pt x="383311" y="0"/>
                    </a:lnTo>
                    <a:lnTo>
                      <a:pt x="383311" y="177685"/>
                    </a:lnTo>
                    <a:lnTo>
                      <a:pt x="508292" y="177685"/>
                    </a:lnTo>
                    <a:lnTo>
                      <a:pt x="542175" y="156349"/>
                    </a:lnTo>
                    <a:lnTo>
                      <a:pt x="544626" y="141389"/>
                    </a:lnTo>
                    <a:lnTo>
                      <a:pt x="5446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5" name="Google Shape;435;p3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688121" y="7017476"/>
                <a:ext cx="161340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6" name="Google Shape;436;p3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087338" y="7017467"/>
                <a:ext cx="161251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7" name="Google Shape;437;p3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888660" y="7017479"/>
                <a:ext cx="161302" cy="1776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8" name="Google Shape;438;p32"/>
              <p:cNvSpPr/>
              <p:nvPr/>
            </p:nvSpPr>
            <p:spPr>
              <a:xfrm>
                <a:off x="10289756" y="7017474"/>
                <a:ext cx="42545" cy="177800"/>
              </a:xfrm>
              <a:custGeom>
                <a:rect b="b" l="l" r="r" t="t"/>
                <a:pathLst>
                  <a:path extrusionOk="0" h="177800" w="42545">
                    <a:moveTo>
                      <a:pt x="42278" y="0"/>
                    </a:moveTo>
                    <a:lnTo>
                      <a:pt x="0" y="0"/>
                    </a:lnTo>
                    <a:lnTo>
                      <a:pt x="0" y="177685"/>
                    </a:lnTo>
                    <a:lnTo>
                      <a:pt x="42278" y="177685"/>
                    </a:lnTo>
                    <a:lnTo>
                      <a:pt x="422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" name="Google Shape;439;p32"/>
            <p:cNvSpPr/>
            <p:nvPr/>
          </p:nvSpPr>
          <p:spPr>
            <a:xfrm>
              <a:off x="9918346" y="6195941"/>
              <a:ext cx="483870" cy="247650"/>
            </a:xfrm>
            <a:custGeom>
              <a:rect b="b" l="l" r="r" t="t"/>
              <a:pathLst>
                <a:path extrusionOk="0" h="247650" w="483870">
                  <a:moveTo>
                    <a:pt x="241731" y="0"/>
                  </a:moveTo>
                  <a:lnTo>
                    <a:pt x="177470" y="4421"/>
                  </a:lnTo>
                  <a:lnTo>
                    <a:pt x="119726" y="16900"/>
                  </a:lnTo>
                  <a:lnTo>
                    <a:pt x="70409" y="36410"/>
                  </a:lnTo>
                  <a:lnTo>
                    <a:pt x="70567" y="36410"/>
                  </a:lnTo>
                  <a:lnTo>
                    <a:pt x="33004" y="61306"/>
                  </a:lnTo>
                  <a:lnTo>
                    <a:pt x="8635" y="90872"/>
                  </a:lnTo>
                  <a:lnTo>
                    <a:pt x="0" y="123774"/>
                  </a:lnTo>
                  <a:lnTo>
                    <a:pt x="8365" y="155659"/>
                  </a:lnTo>
                  <a:lnTo>
                    <a:pt x="33004" y="186256"/>
                  </a:lnTo>
                  <a:lnTo>
                    <a:pt x="70802" y="211308"/>
                  </a:lnTo>
                  <a:lnTo>
                    <a:pt x="119726" y="230663"/>
                  </a:lnTo>
                  <a:lnTo>
                    <a:pt x="177470" y="243140"/>
                  </a:lnTo>
                  <a:lnTo>
                    <a:pt x="241731" y="247561"/>
                  </a:lnTo>
                  <a:lnTo>
                    <a:pt x="305997" y="243140"/>
                  </a:lnTo>
                  <a:lnTo>
                    <a:pt x="363743" y="230663"/>
                  </a:lnTo>
                  <a:lnTo>
                    <a:pt x="370980" y="227799"/>
                  </a:lnTo>
                  <a:lnTo>
                    <a:pt x="241782" y="227799"/>
                  </a:lnTo>
                  <a:lnTo>
                    <a:pt x="208950" y="226666"/>
                  </a:lnTo>
                  <a:lnTo>
                    <a:pt x="177625" y="223378"/>
                  </a:lnTo>
                  <a:lnTo>
                    <a:pt x="148153" y="218107"/>
                  </a:lnTo>
                  <a:lnTo>
                    <a:pt x="120878" y="211023"/>
                  </a:lnTo>
                  <a:lnTo>
                    <a:pt x="119773" y="210616"/>
                  </a:lnTo>
                  <a:lnTo>
                    <a:pt x="116332" y="209461"/>
                  </a:lnTo>
                  <a:lnTo>
                    <a:pt x="114693" y="207962"/>
                  </a:lnTo>
                  <a:lnTo>
                    <a:pt x="114693" y="204520"/>
                  </a:lnTo>
                  <a:lnTo>
                    <a:pt x="115417" y="203485"/>
                  </a:lnTo>
                  <a:lnTo>
                    <a:pt x="115519" y="203339"/>
                  </a:lnTo>
                  <a:lnTo>
                    <a:pt x="116674" y="202209"/>
                  </a:lnTo>
                  <a:lnTo>
                    <a:pt x="117144" y="201714"/>
                  </a:lnTo>
                  <a:lnTo>
                    <a:pt x="117894" y="201104"/>
                  </a:lnTo>
                  <a:lnTo>
                    <a:pt x="118859" y="200266"/>
                  </a:lnTo>
                  <a:lnTo>
                    <a:pt x="127994" y="193386"/>
                  </a:lnTo>
                  <a:lnTo>
                    <a:pt x="135869" y="188404"/>
                  </a:lnTo>
                  <a:lnTo>
                    <a:pt x="67782" y="188404"/>
                  </a:lnTo>
                  <a:lnTo>
                    <a:pt x="31702" y="157530"/>
                  </a:lnTo>
                  <a:lnTo>
                    <a:pt x="19725" y="123774"/>
                  </a:lnTo>
                  <a:lnTo>
                    <a:pt x="29403" y="93476"/>
                  </a:lnTo>
                  <a:lnTo>
                    <a:pt x="56980" y="66052"/>
                  </a:lnTo>
                  <a:lnTo>
                    <a:pt x="99152" y="44012"/>
                  </a:lnTo>
                  <a:lnTo>
                    <a:pt x="153111" y="28346"/>
                  </a:lnTo>
                  <a:lnTo>
                    <a:pt x="158100" y="27381"/>
                  </a:lnTo>
                  <a:lnTo>
                    <a:pt x="218402" y="27381"/>
                  </a:lnTo>
                  <a:lnTo>
                    <a:pt x="223862" y="23240"/>
                  </a:lnTo>
                  <a:lnTo>
                    <a:pt x="228701" y="20840"/>
                  </a:lnTo>
                  <a:lnTo>
                    <a:pt x="234645" y="19684"/>
                  </a:lnTo>
                  <a:lnTo>
                    <a:pt x="239991" y="19532"/>
                  </a:lnTo>
                  <a:lnTo>
                    <a:pt x="370396" y="19532"/>
                  </a:lnTo>
                  <a:lnTo>
                    <a:pt x="363743" y="16900"/>
                  </a:lnTo>
                  <a:lnTo>
                    <a:pt x="305997" y="4421"/>
                  </a:lnTo>
                  <a:lnTo>
                    <a:pt x="241731" y="0"/>
                  </a:lnTo>
                  <a:close/>
                </a:path>
                <a:path extrusionOk="0" h="247650" w="483870">
                  <a:moveTo>
                    <a:pt x="371551" y="138800"/>
                  </a:moveTo>
                  <a:lnTo>
                    <a:pt x="267313" y="138800"/>
                  </a:lnTo>
                  <a:lnTo>
                    <a:pt x="283970" y="141749"/>
                  </a:lnTo>
                  <a:lnTo>
                    <a:pt x="293823" y="155659"/>
                  </a:lnTo>
                  <a:lnTo>
                    <a:pt x="287356" y="186256"/>
                  </a:lnTo>
                  <a:lnTo>
                    <a:pt x="287265" y="186689"/>
                  </a:lnTo>
                  <a:lnTo>
                    <a:pt x="287187" y="186943"/>
                  </a:lnTo>
                  <a:lnTo>
                    <a:pt x="260324" y="224091"/>
                  </a:lnTo>
                  <a:lnTo>
                    <a:pt x="244195" y="227799"/>
                  </a:lnTo>
                  <a:lnTo>
                    <a:pt x="370980" y="227799"/>
                  </a:lnTo>
                  <a:lnTo>
                    <a:pt x="390338" y="220141"/>
                  </a:lnTo>
                  <a:lnTo>
                    <a:pt x="321968" y="220141"/>
                  </a:lnTo>
                  <a:lnTo>
                    <a:pt x="320789" y="218846"/>
                  </a:lnTo>
                  <a:lnTo>
                    <a:pt x="320062" y="218107"/>
                  </a:lnTo>
                  <a:lnTo>
                    <a:pt x="319798" y="216687"/>
                  </a:lnTo>
                  <a:lnTo>
                    <a:pt x="321284" y="214147"/>
                  </a:lnTo>
                  <a:lnTo>
                    <a:pt x="321856" y="213359"/>
                  </a:lnTo>
                  <a:lnTo>
                    <a:pt x="322884" y="212102"/>
                  </a:lnTo>
                  <a:lnTo>
                    <a:pt x="352827" y="171032"/>
                  </a:lnTo>
                  <a:lnTo>
                    <a:pt x="371551" y="138800"/>
                  </a:lnTo>
                  <a:close/>
                </a:path>
                <a:path extrusionOk="0" h="247650" w="483870">
                  <a:moveTo>
                    <a:pt x="447238" y="59169"/>
                  </a:moveTo>
                  <a:lnTo>
                    <a:pt x="415001" y="59169"/>
                  </a:lnTo>
                  <a:lnTo>
                    <a:pt x="416128" y="59372"/>
                  </a:lnTo>
                  <a:lnTo>
                    <a:pt x="418465" y="60820"/>
                  </a:lnTo>
                  <a:lnTo>
                    <a:pt x="451719" y="89968"/>
                  </a:lnTo>
                  <a:lnTo>
                    <a:pt x="463664" y="123774"/>
                  </a:lnTo>
                  <a:lnTo>
                    <a:pt x="453874" y="154402"/>
                  </a:lnTo>
                  <a:lnTo>
                    <a:pt x="426248" y="181533"/>
                  </a:lnTo>
                  <a:lnTo>
                    <a:pt x="384263" y="203485"/>
                  </a:lnTo>
                  <a:lnTo>
                    <a:pt x="330327" y="219163"/>
                  </a:lnTo>
                  <a:lnTo>
                    <a:pt x="325285" y="220141"/>
                  </a:lnTo>
                  <a:lnTo>
                    <a:pt x="390338" y="220141"/>
                  </a:lnTo>
                  <a:lnTo>
                    <a:pt x="450462" y="186256"/>
                  </a:lnTo>
                  <a:lnTo>
                    <a:pt x="474796" y="156725"/>
                  </a:lnTo>
                  <a:lnTo>
                    <a:pt x="483463" y="123774"/>
                  </a:lnTo>
                  <a:lnTo>
                    <a:pt x="474829" y="90872"/>
                  </a:lnTo>
                  <a:lnTo>
                    <a:pt x="450462" y="61306"/>
                  </a:lnTo>
                  <a:lnTo>
                    <a:pt x="447238" y="59169"/>
                  </a:lnTo>
                  <a:close/>
                </a:path>
                <a:path extrusionOk="0" h="247650" w="483870">
                  <a:moveTo>
                    <a:pt x="218402" y="27381"/>
                  </a:moveTo>
                  <a:lnTo>
                    <a:pt x="161480" y="27381"/>
                  </a:lnTo>
                  <a:lnTo>
                    <a:pt x="162674" y="28663"/>
                  </a:lnTo>
                  <a:lnTo>
                    <a:pt x="163385" y="29476"/>
                  </a:lnTo>
                  <a:lnTo>
                    <a:pt x="160553" y="35369"/>
                  </a:lnTo>
                  <a:lnTo>
                    <a:pt x="130610" y="76443"/>
                  </a:lnTo>
                  <a:lnTo>
                    <a:pt x="105722" y="119295"/>
                  </a:lnTo>
                  <a:lnTo>
                    <a:pt x="87113" y="156725"/>
                  </a:lnTo>
                  <a:lnTo>
                    <a:pt x="76009" y="181533"/>
                  </a:lnTo>
                  <a:lnTo>
                    <a:pt x="74612" y="184480"/>
                  </a:lnTo>
                  <a:lnTo>
                    <a:pt x="74053" y="185432"/>
                  </a:lnTo>
                  <a:lnTo>
                    <a:pt x="73215" y="186943"/>
                  </a:lnTo>
                  <a:lnTo>
                    <a:pt x="71886" y="188404"/>
                  </a:lnTo>
                  <a:lnTo>
                    <a:pt x="135869" y="188404"/>
                  </a:lnTo>
                  <a:lnTo>
                    <a:pt x="143670" y="183468"/>
                  </a:lnTo>
                  <a:lnTo>
                    <a:pt x="166377" y="171539"/>
                  </a:lnTo>
                  <a:lnTo>
                    <a:pt x="209291" y="153841"/>
                  </a:lnTo>
                  <a:lnTo>
                    <a:pt x="253492" y="140512"/>
                  </a:lnTo>
                  <a:lnTo>
                    <a:pt x="267313" y="138800"/>
                  </a:lnTo>
                  <a:lnTo>
                    <a:pt x="371551" y="138800"/>
                  </a:lnTo>
                  <a:lnTo>
                    <a:pt x="377715" y="128190"/>
                  </a:lnTo>
                  <a:lnTo>
                    <a:pt x="387495" y="108526"/>
                  </a:lnTo>
                  <a:lnTo>
                    <a:pt x="216873" y="108526"/>
                  </a:lnTo>
                  <a:lnTo>
                    <a:pt x="200210" y="105565"/>
                  </a:lnTo>
                  <a:lnTo>
                    <a:pt x="190360" y="91646"/>
                  </a:lnTo>
                  <a:lnTo>
                    <a:pt x="196776" y="61306"/>
                  </a:lnTo>
                  <a:lnTo>
                    <a:pt x="196879" y="60820"/>
                  </a:lnTo>
                  <a:lnTo>
                    <a:pt x="196935" y="60553"/>
                  </a:lnTo>
                  <a:lnTo>
                    <a:pt x="197420" y="59372"/>
                  </a:lnTo>
                  <a:lnTo>
                    <a:pt x="200618" y="51842"/>
                  </a:lnTo>
                  <a:lnTo>
                    <a:pt x="205944" y="41340"/>
                  </a:lnTo>
                  <a:lnTo>
                    <a:pt x="213501" y="31096"/>
                  </a:lnTo>
                  <a:lnTo>
                    <a:pt x="218402" y="27381"/>
                  </a:lnTo>
                  <a:close/>
                </a:path>
                <a:path extrusionOk="0" h="247650" w="483870">
                  <a:moveTo>
                    <a:pt x="370396" y="19532"/>
                  </a:moveTo>
                  <a:lnTo>
                    <a:pt x="242392" y="19532"/>
                  </a:lnTo>
                  <a:lnTo>
                    <a:pt x="275223" y="20663"/>
                  </a:lnTo>
                  <a:lnTo>
                    <a:pt x="306549" y="23947"/>
                  </a:lnTo>
                  <a:lnTo>
                    <a:pt x="336032" y="29224"/>
                  </a:lnTo>
                  <a:lnTo>
                    <a:pt x="363588" y="36410"/>
                  </a:lnTo>
                  <a:lnTo>
                    <a:pt x="364401" y="36728"/>
                  </a:lnTo>
                  <a:lnTo>
                    <a:pt x="367855" y="37884"/>
                  </a:lnTo>
                  <a:lnTo>
                    <a:pt x="369519" y="39357"/>
                  </a:lnTo>
                  <a:lnTo>
                    <a:pt x="369519" y="42786"/>
                  </a:lnTo>
                  <a:lnTo>
                    <a:pt x="317814" y="75773"/>
                  </a:lnTo>
                  <a:lnTo>
                    <a:pt x="274901" y="93476"/>
                  </a:lnTo>
                  <a:lnTo>
                    <a:pt x="230720" y="106819"/>
                  </a:lnTo>
                  <a:lnTo>
                    <a:pt x="216873" y="108526"/>
                  </a:lnTo>
                  <a:lnTo>
                    <a:pt x="387495" y="108526"/>
                  </a:lnTo>
                  <a:lnTo>
                    <a:pt x="396274" y="90872"/>
                  </a:lnTo>
                  <a:lnTo>
                    <a:pt x="407394" y="66052"/>
                  </a:lnTo>
                  <a:lnTo>
                    <a:pt x="408825" y="63030"/>
                  </a:lnTo>
                  <a:lnTo>
                    <a:pt x="410222" y="60553"/>
                  </a:lnTo>
                  <a:lnTo>
                    <a:pt x="411307" y="59372"/>
                  </a:lnTo>
                  <a:lnTo>
                    <a:pt x="410424" y="59372"/>
                  </a:lnTo>
                  <a:lnTo>
                    <a:pt x="413435" y="59169"/>
                  </a:lnTo>
                  <a:lnTo>
                    <a:pt x="447238" y="59169"/>
                  </a:lnTo>
                  <a:lnTo>
                    <a:pt x="412900" y="36410"/>
                  </a:lnTo>
                  <a:lnTo>
                    <a:pt x="413059" y="36410"/>
                  </a:lnTo>
                  <a:lnTo>
                    <a:pt x="370396" y="195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32"/>
          <p:cNvSpPr txBox="1"/>
          <p:nvPr/>
        </p:nvSpPr>
        <p:spPr>
          <a:xfrm>
            <a:off x="5243088" y="5073850"/>
            <a:ext cx="314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</a:rPr>
              <a:t>[síntese validada da análise]</a:t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r>
              <a:rPr b="1" lang="pt-BR" sz="800">
                <a:solidFill>
                  <a:schemeClr val="dk1"/>
                </a:solidFill>
              </a:rPr>
              <a:t/>
            </a:r>
            <a:r>
              <a:rPr lang="pt-BR" sz="800">
                <a:solidFill>
                  <a:schemeClr val="dk1"/>
                </a:solidFill>
              </a:rP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445626" y="6675004"/>
            <a:ext cx="951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Critérios:</a:t>
            </a:r>
            <a:endParaRPr b="0" i="0" sz="1100" u="sng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4580974" y="6616792"/>
            <a:ext cx="186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sz="1100" u="sng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Limites:</a:t>
            </a:r>
            <a:endParaRPr b="0" i="0" sz="1100" u="sng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7379249" y="950159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4" name="Google Shape;444;p32"/>
          <p:cNvSpPr txBox="1"/>
          <p:nvPr/>
        </p:nvSpPr>
        <p:spPr>
          <a:xfrm>
            <a:off x="2984513" y="9512348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5" name="Google Shape;445;p32"/>
          <p:cNvSpPr txBox="1"/>
          <p:nvPr/>
        </p:nvSpPr>
        <p:spPr>
          <a:xfrm>
            <a:off x="2758186" y="7200041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6" name="Google Shape;446;p32"/>
          <p:cNvSpPr txBox="1"/>
          <p:nvPr/>
        </p:nvSpPr>
        <p:spPr>
          <a:xfrm>
            <a:off x="7200386" y="6850903"/>
            <a:ext cx="99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7" name="Google Shape;447;p32"/>
          <p:cNvSpPr txBox="1"/>
          <p:nvPr/>
        </p:nvSpPr>
        <p:spPr>
          <a:xfrm>
            <a:off x="5249076" y="8667200"/>
            <a:ext cx="18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448" name="Google Shape;448;p32"/>
          <p:cNvSpPr txBox="1"/>
          <p:nvPr/>
        </p:nvSpPr>
        <p:spPr>
          <a:xfrm>
            <a:off x="904901" y="8741275"/>
            <a:ext cx="16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[conteúdo validado]</a:t>
            </a:r>
            <a:endParaRPr sz="1300"/>
          </a:p>
        </p:txBody>
      </p:sp>
      <p:sp>
        <p:nvSpPr>
          <p:cNvPr id="20025" name="Área de conteúdo validado"/>
          <p:cNvSpPr/>
          <p:nvPr/>
        </p:nvSpPr>
        <p:spPr>
          <a:xfrm>
            <a:off x="5105258" y="1834524"/>
            <a:ext cx="3416079" cy="308007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6" name="Área de conteúdo validado"/>
          <p:cNvSpPr/>
          <p:nvPr/>
        </p:nvSpPr>
        <p:spPr>
          <a:xfrm>
            <a:off x="428625" y="7264232"/>
            <a:ext cx="2252475" cy="364206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7" name="Área de conteúdo validado"/>
          <p:cNvSpPr/>
          <p:nvPr/>
        </p:nvSpPr>
        <p:spPr>
          <a:xfrm>
            <a:off x="4580975" y="6973217"/>
            <a:ext cx="2619400" cy="514979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8" name="Área de conteúdo validado"/>
          <p:cNvSpPr/>
          <p:nvPr/>
        </p:nvSpPr>
        <p:spPr>
          <a:xfrm>
            <a:off x="558375" y="9375325"/>
            <a:ext cx="2386250" cy="6296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29" name="Área de conteúdo validado"/>
          <p:cNvSpPr/>
          <p:nvPr/>
        </p:nvSpPr>
        <p:spPr>
          <a:xfrm>
            <a:off x="4628900" y="9533050"/>
            <a:ext cx="2750350" cy="492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0" name="Área de conteúdo validado"/>
          <p:cNvSpPr/>
          <p:nvPr/>
        </p:nvSpPr>
        <p:spPr>
          <a:xfrm>
            <a:off x="535850" y="8235438"/>
            <a:ext cx="2431299" cy="4155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1" name="Área de conteúdo validado"/>
          <p:cNvSpPr/>
          <p:nvPr/>
        </p:nvSpPr>
        <p:spPr>
          <a:xfrm>
            <a:off x="4628900" y="8243359"/>
            <a:ext cx="3616690" cy="364225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  <p:sp>
        <p:nvSpPr>
          <p:cNvPr id="20032" name="Área de conteúdo validado"/>
          <p:cNvSpPr/>
          <p:nvPr/>
        </p:nvSpPr>
        <p:spPr>
          <a:xfrm>
            <a:off x="567400" y="1959075"/>
            <a:ext cx="4289291" cy="7266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FD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